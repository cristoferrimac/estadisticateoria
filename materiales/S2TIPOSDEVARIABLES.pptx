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331" r:id="rId2"/>
    <p:sldId id="336" r:id="rId3"/>
    <p:sldId id="352" r:id="rId4"/>
    <p:sldId id="337" r:id="rId5"/>
    <p:sldId id="353" r:id="rId6"/>
    <p:sldId id="354" r:id="rId7"/>
    <p:sldId id="355" r:id="rId8"/>
    <p:sldId id="356" r:id="rId9"/>
    <p:sldId id="357" r:id="rId10"/>
    <p:sldId id="358" r:id="rId11"/>
    <p:sldId id="359" r:id="rId12"/>
    <p:sldId id="360" r:id="rId13"/>
    <p:sldId id="361" r:id="rId14"/>
    <p:sldId id="362" r:id="rId15"/>
    <p:sldId id="363" r:id="rId16"/>
    <p:sldId id="364" r:id="rId17"/>
  </p:sldIdLst>
  <p:sldSz cx="9144000" cy="6858000" type="screen4x3"/>
  <p:notesSz cx="6781800" cy="9926638"/>
  <p:defaultTextStyle>
    <a:defPPr>
      <a:defRPr lang="es-ES"/>
    </a:defPPr>
    <a:lvl1pPr algn="l" rtl="0" eaLnBrk="0" fontAlgn="base" hangingPunct="0">
      <a:spcBef>
        <a:spcPct val="0"/>
      </a:spcBef>
      <a:spcAft>
        <a:spcPct val="0"/>
      </a:spcAft>
      <a:defRPr sz="2000" b="1" kern="1200">
        <a:solidFill>
          <a:schemeClr val="tx1"/>
        </a:solidFill>
        <a:latin typeface="Century Gothic" panose="020B0502020202020204" pitchFamily="34" charset="0"/>
        <a:ea typeface="+mn-ea"/>
        <a:cs typeface="+mn-cs"/>
      </a:defRPr>
    </a:lvl1pPr>
    <a:lvl2pPr marL="457200" algn="l" rtl="0" eaLnBrk="0" fontAlgn="base" hangingPunct="0">
      <a:spcBef>
        <a:spcPct val="0"/>
      </a:spcBef>
      <a:spcAft>
        <a:spcPct val="0"/>
      </a:spcAft>
      <a:defRPr sz="2000" b="1" kern="1200">
        <a:solidFill>
          <a:schemeClr val="tx1"/>
        </a:solidFill>
        <a:latin typeface="Century Gothic" panose="020B0502020202020204" pitchFamily="34" charset="0"/>
        <a:ea typeface="+mn-ea"/>
        <a:cs typeface="+mn-cs"/>
      </a:defRPr>
    </a:lvl2pPr>
    <a:lvl3pPr marL="914400" algn="l" rtl="0" eaLnBrk="0" fontAlgn="base" hangingPunct="0">
      <a:spcBef>
        <a:spcPct val="0"/>
      </a:spcBef>
      <a:spcAft>
        <a:spcPct val="0"/>
      </a:spcAft>
      <a:defRPr sz="2000" b="1" kern="1200">
        <a:solidFill>
          <a:schemeClr val="tx1"/>
        </a:solidFill>
        <a:latin typeface="Century Gothic" panose="020B0502020202020204" pitchFamily="34" charset="0"/>
        <a:ea typeface="+mn-ea"/>
        <a:cs typeface="+mn-cs"/>
      </a:defRPr>
    </a:lvl3pPr>
    <a:lvl4pPr marL="1371600" algn="l" rtl="0" eaLnBrk="0" fontAlgn="base" hangingPunct="0">
      <a:spcBef>
        <a:spcPct val="0"/>
      </a:spcBef>
      <a:spcAft>
        <a:spcPct val="0"/>
      </a:spcAft>
      <a:defRPr sz="2000" b="1" kern="1200">
        <a:solidFill>
          <a:schemeClr val="tx1"/>
        </a:solidFill>
        <a:latin typeface="Century Gothic" panose="020B0502020202020204" pitchFamily="34" charset="0"/>
        <a:ea typeface="+mn-ea"/>
        <a:cs typeface="+mn-cs"/>
      </a:defRPr>
    </a:lvl4pPr>
    <a:lvl5pPr marL="1828800" algn="l" rtl="0" eaLnBrk="0" fontAlgn="base" hangingPunct="0">
      <a:spcBef>
        <a:spcPct val="0"/>
      </a:spcBef>
      <a:spcAft>
        <a:spcPct val="0"/>
      </a:spcAft>
      <a:defRPr sz="2000" b="1" kern="1200">
        <a:solidFill>
          <a:schemeClr val="tx1"/>
        </a:solidFill>
        <a:latin typeface="Century Gothic" panose="020B0502020202020204" pitchFamily="34" charset="0"/>
        <a:ea typeface="+mn-ea"/>
        <a:cs typeface="+mn-cs"/>
      </a:defRPr>
    </a:lvl5pPr>
    <a:lvl6pPr marL="2286000" algn="l" defTabSz="914400" rtl="0" eaLnBrk="1" latinLnBrk="0" hangingPunct="1">
      <a:defRPr sz="2000" b="1" kern="1200">
        <a:solidFill>
          <a:schemeClr val="tx1"/>
        </a:solidFill>
        <a:latin typeface="Century Gothic" panose="020B0502020202020204" pitchFamily="34" charset="0"/>
        <a:ea typeface="+mn-ea"/>
        <a:cs typeface="+mn-cs"/>
      </a:defRPr>
    </a:lvl6pPr>
    <a:lvl7pPr marL="2743200" algn="l" defTabSz="914400" rtl="0" eaLnBrk="1" latinLnBrk="0" hangingPunct="1">
      <a:defRPr sz="2000" b="1" kern="1200">
        <a:solidFill>
          <a:schemeClr val="tx1"/>
        </a:solidFill>
        <a:latin typeface="Century Gothic" panose="020B0502020202020204" pitchFamily="34" charset="0"/>
        <a:ea typeface="+mn-ea"/>
        <a:cs typeface="+mn-cs"/>
      </a:defRPr>
    </a:lvl7pPr>
    <a:lvl8pPr marL="3200400" algn="l" defTabSz="914400" rtl="0" eaLnBrk="1" latinLnBrk="0" hangingPunct="1">
      <a:defRPr sz="2000" b="1" kern="1200">
        <a:solidFill>
          <a:schemeClr val="tx1"/>
        </a:solidFill>
        <a:latin typeface="Century Gothic" panose="020B0502020202020204" pitchFamily="34" charset="0"/>
        <a:ea typeface="+mn-ea"/>
        <a:cs typeface="+mn-cs"/>
      </a:defRPr>
    </a:lvl8pPr>
    <a:lvl9pPr marL="3657600" algn="l" defTabSz="914400" rtl="0" eaLnBrk="1" latinLnBrk="0" hangingPunct="1">
      <a:defRPr sz="2000" b="1" kern="120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66"/>
    <a:srgbClr val="DDDDDD"/>
    <a:srgbClr val="FF6600"/>
    <a:srgbClr val="660066"/>
    <a:srgbClr val="FF0000"/>
    <a:srgbClr val="FFFF66"/>
    <a:srgbClr val="FFFF99"/>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1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C3756F-AA49-4FDF-937A-C669DF1D49DB}" type="doc">
      <dgm:prSet loTypeId="urn:microsoft.com/office/officeart/2005/8/layout/hierarchy6" loCatId="hierarchy" qsTypeId="urn:microsoft.com/office/officeart/2005/8/quickstyle/simple1" qsCatId="simple" csTypeId="urn:microsoft.com/office/officeart/2005/8/colors/accent1_1" csCatId="accent1" phldr="1"/>
      <dgm:spPr/>
      <dgm:t>
        <a:bodyPr/>
        <a:lstStyle/>
        <a:p>
          <a:endParaRPr lang="es-PE"/>
        </a:p>
      </dgm:t>
    </dgm:pt>
    <dgm:pt modelId="{269FC7D6-DBC2-4C2D-B6BF-28FF25BAC020}">
      <dgm:prSet phldrT="[Texto]" custT="1"/>
      <dgm:spPr/>
      <dgm:t>
        <a:bodyPr/>
        <a:lstStyle/>
        <a:p>
          <a:r>
            <a:rPr lang="es-PE" sz="2800" b="0" kern="1200" spc="-50" baseline="0">
              <a:solidFill>
                <a:srgbClr val="0070C0"/>
              </a:solidFill>
              <a:latin typeface="Algerian" panose="04020705040A02060702" pitchFamily="82" charset="0"/>
              <a:ea typeface="+mj-ea"/>
              <a:cs typeface="Calibri" panose="020F0502020204030204" pitchFamily="34" charset="0"/>
            </a:rPr>
            <a:t>CLASIFICACION</a:t>
          </a:r>
          <a:endParaRPr lang="es-PE" sz="2800" b="0" kern="1200" spc="-50" baseline="0" dirty="0">
            <a:solidFill>
              <a:srgbClr val="0070C0"/>
            </a:solidFill>
            <a:latin typeface="Algerian" panose="04020705040A02060702" pitchFamily="82" charset="0"/>
            <a:ea typeface="+mj-ea"/>
            <a:cs typeface="Calibri" panose="020F0502020204030204" pitchFamily="34" charset="0"/>
          </a:endParaRPr>
        </a:p>
      </dgm:t>
    </dgm:pt>
    <dgm:pt modelId="{8F7F7F0C-3A2D-47DA-BFFA-2DC5FE6C6663}" type="parTrans" cxnId="{D4883AF7-1BC8-4D66-90BD-40FCABDF0A21}">
      <dgm:prSet/>
      <dgm:spPr/>
      <dgm:t>
        <a:bodyPr/>
        <a:lstStyle/>
        <a:p>
          <a:endParaRPr lang="es-PE"/>
        </a:p>
      </dgm:t>
    </dgm:pt>
    <dgm:pt modelId="{5C3F7C4E-18A9-41C6-BAD1-D35AA0EDDA27}" type="sibTrans" cxnId="{D4883AF7-1BC8-4D66-90BD-40FCABDF0A21}">
      <dgm:prSet/>
      <dgm:spPr/>
      <dgm:t>
        <a:bodyPr/>
        <a:lstStyle/>
        <a:p>
          <a:endParaRPr lang="es-PE"/>
        </a:p>
      </dgm:t>
    </dgm:pt>
    <dgm:pt modelId="{E36AA16D-72C6-4312-87AC-37BE78414692}">
      <dgm:prSet phldrT="[Texto]" custT="1"/>
      <dgm:spPr/>
      <dgm:t>
        <a:bodyPr/>
        <a:lstStyle/>
        <a:p>
          <a:r>
            <a:rPr lang="es-PE" sz="2400" kern="1200" spc="-50" baseline="0" dirty="0">
              <a:latin typeface="+mj-lt"/>
              <a:ea typeface="+mj-ea"/>
              <a:cs typeface="+mj-cs"/>
            </a:rPr>
            <a:t>NOMINAL</a:t>
          </a:r>
          <a:r>
            <a:rPr lang="es-PE" sz="2800" kern="1200" spc="-50" baseline="0" dirty="0">
              <a:latin typeface="+mj-lt"/>
              <a:ea typeface="+mj-ea"/>
              <a:cs typeface="+mj-cs"/>
            </a:rPr>
            <a:t> </a:t>
          </a:r>
        </a:p>
      </dgm:t>
    </dgm:pt>
    <dgm:pt modelId="{2E1114D4-D25F-40E3-B203-18C87E05C8B6}" type="parTrans" cxnId="{0B235BE8-FEE3-4F4E-AF82-E24D2C8EBB94}">
      <dgm:prSet/>
      <dgm:spPr/>
      <dgm:t>
        <a:bodyPr/>
        <a:lstStyle/>
        <a:p>
          <a:endParaRPr lang="es-PE"/>
        </a:p>
      </dgm:t>
    </dgm:pt>
    <dgm:pt modelId="{33321833-EAC9-414A-A0A6-7A4D2716E90C}" type="sibTrans" cxnId="{0B235BE8-FEE3-4F4E-AF82-E24D2C8EBB94}">
      <dgm:prSet/>
      <dgm:spPr/>
      <dgm:t>
        <a:bodyPr/>
        <a:lstStyle/>
        <a:p>
          <a:endParaRPr lang="es-PE"/>
        </a:p>
      </dgm:t>
    </dgm:pt>
    <dgm:pt modelId="{A843DEB2-B7EF-4245-95A7-0E3ABB56B1A1}">
      <dgm:prSet phldrT="[Texto]" custT="1"/>
      <dgm:spPr/>
      <dgm:t>
        <a:bodyPr/>
        <a:lstStyle/>
        <a:p>
          <a:r>
            <a:rPr lang="es-ES" altLang="es-PE" sz="2400" kern="1200" spc="-50" baseline="0" dirty="0">
              <a:latin typeface="+mj-lt"/>
              <a:ea typeface="+mj-ea"/>
              <a:cs typeface="+mj-cs"/>
            </a:rPr>
            <a:t>ORDINAL</a:t>
          </a:r>
          <a:endParaRPr lang="es-PE" sz="2400" kern="1200" spc="-50" baseline="0" dirty="0">
            <a:latin typeface="+mj-lt"/>
            <a:ea typeface="+mj-ea"/>
            <a:cs typeface="+mj-cs"/>
          </a:endParaRPr>
        </a:p>
      </dgm:t>
    </dgm:pt>
    <dgm:pt modelId="{D2247236-60E6-4B67-B14E-773DC0B774C1}" type="parTrans" cxnId="{60069D9F-D6BC-4949-8172-10DA3DAEEFFC}">
      <dgm:prSet/>
      <dgm:spPr/>
      <dgm:t>
        <a:bodyPr/>
        <a:lstStyle/>
        <a:p>
          <a:endParaRPr lang="es-PE"/>
        </a:p>
      </dgm:t>
    </dgm:pt>
    <dgm:pt modelId="{48428433-8B5E-4530-9CCF-153B09406CF4}" type="sibTrans" cxnId="{60069D9F-D6BC-4949-8172-10DA3DAEEFFC}">
      <dgm:prSet/>
      <dgm:spPr/>
      <dgm:t>
        <a:bodyPr/>
        <a:lstStyle/>
        <a:p>
          <a:endParaRPr lang="es-PE"/>
        </a:p>
      </dgm:t>
    </dgm:pt>
    <dgm:pt modelId="{87F3018F-3B40-46DD-B53D-8FB3516625FC}">
      <dgm:prSet custT="1"/>
      <dgm:spPr/>
      <dgm:t>
        <a:bodyPr/>
        <a:lstStyle/>
        <a:p>
          <a:pPr algn="just"/>
          <a:r>
            <a:rPr lang="es-PE" sz="2000" kern="1200" spc="-50" baseline="0" dirty="0">
              <a:latin typeface="Calibri" panose="020F0502020204030204" pitchFamily="34" charset="0"/>
              <a:ea typeface="+mj-ea"/>
              <a:cs typeface="Calibri" panose="020F0502020204030204" pitchFamily="34" charset="0"/>
            </a:rPr>
            <a:t>Es una variable cualitativa la cual sólo permite asignar nombres a los datos y no implica ningún orden. </a:t>
          </a:r>
        </a:p>
        <a:p>
          <a:pPr algn="just"/>
          <a:r>
            <a:rPr lang="es-PE" sz="2000" kern="1200" spc="-50" baseline="0" dirty="0">
              <a:latin typeface="Calibri" panose="020F0502020204030204" pitchFamily="34" charset="0"/>
              <a:ea typeface="+mj-ea"/>
              <a:cs typeface="Calibri" panose="020F0502020204030204" pitchFamily="34" charset="0"/>
            </a:rPr>
            <a:t>Ej. el idioma de los habitantes de la tierra</a:t>
          </a:r>
        </a:p>
      </dgm:t>
    </dgm:pt>
    <dgm:pt modelId="{534F5D53-8C60-40D2-9D90-113FDEC9D4E7}" type="parTrans" cxnId="{78B95E80-4226-44A1-B2EC-D0775B15FCA4}">
      <dgm:prSet/>
      <dgm:spPr/>
      <dgm:t>
        <a:bodyPr/>
        <a:lstStyle/>
        <a:p>
          <a:endParaRPr lang="es-PE"/>
        </a:p>
      </dgm:t>
    </dgm:pt>
    <dgm:pt modelId="{474763DE-983C-46ED-A58E-C9AEB223A475}" type="sibTrans" cxnId="{78B95E80-4226-44A1-B2EC-D0775B15FCA4}">
      <dgm:prSet/>
      <dgm:spPr/>
      <dgm:t>
        <a:bodyPr/>
        <a:lstStyle/>
        <a:p>
          <a:endParaRPr lang="es-PE"/>
        </a:p>
      </dgm:t>
    </dgm:pt>
    <dgm:pt modelId="{36CD3A87-6A8F-4CD2-882F-7B9D7455C792}">
      <dgm:prSet custT="1"/>
      <dgm:spPr/>
      <dgm:t>
        <a:bodyPr/>
        <a:lstStyle/>
        <a:p>
          <a:pPr algn="just"/>
          <a:r>
            <a:rPr lang="es-PE" sz="2000" kern="1200" spc="-50" baseline="0" dirty="0">
              <a:latin typeface="Calibri" panose="020F0502020204030204" pitchFamily="34" charset="0"/>
              <a:ea typeface="+mj-ea"/>
              <a:cs typeface="Calibri" panose="020F0502020204030204" pitchFamily="34" charset="0"/>
            </a:rPr>
            <a:t>Es una variable cualitativa cuyos valores solamente pueden ser ordenados con algún criterio (de mayor a menor o viceversa) . Ejm. </a:t>
          </a:r>
        </a:p>
        <a:p>
          <a:pPr algn="just"/>
          <a:r>
            <a:rPr lang="es-PE" sz="2000" kern="1200" spc="-50" baseline="0" dirty="0">
              <a:latin typeface="Calibri" panose="020F0502020204030204" pitchFamily="34" charset="0"/>
              <a:ea typeface="+mj-ea"/>
              <a:cs typeface="Calibri" panose="020F0502020204030204" pitchFamily="34" charset="0"/>
            </a:rPr>
            <a:t>El nivel socioeconómico: alto, medio, bajo</a:t>
          </a:r>
        </a:p>
      </dgm:t>
    </dgm:pt>
    <dgm:pt modelId="{F213C838-DEF6-4D66-9932-2FDC3B24E28A}" type="parTrans" cxnId="{752F1DBB-2674-44B3-8387-3A5585E6F474}">
      <dgm:prSet/>
      <dgm:spPr/>
      <dgm:t>
        <a:bodyPr/>
        <a:lstStyle/>
        <a:p>
          <a:endParaRPr lang="es-PE"/>
        </a:p>
      </dgm:t>
    </dgm:pt>
    <dgm:pt modelId="{DCC5543B-0789-4398-BF0B-84C516E3C002}" type="sibTrans" cxnId="{752F1DBB-2674-44B3-8387-3A5585E6F474}">
      <dgm:prSet/>
      <dgm:spPr/>
      <dgm:t>
        <a:bodyPr/>
        <a:lstStyle/>
        <a:p>
          <a:endParaRPr lang="es-PE"/>
        </a:p>
      </dgm:t>
    </dgm:pt>
    <dgm:pt modelId="{EC94FF2D-0735-4D87-9EB8-C176EA5C5EC6}" type="pres">
      <dgm:prSet presAssocID="{E8C3756F-AA49-4FDF-937A-C669DF1D49DB}" presName="mainComposite" presStyleCnt="0">
        <dgm:presLayoutVars>
          <dgm:chPref val="1"/>
          <dgm:dir/>
          <dgm:animOne val="branch"/>
          <dgm:animLvl val="lvl"/>
          <dgm:resizeHandles val="exact"/>
        </dgm:presLayoutVars>
      </dgm:prSet>
      <dgm:spPr/>
    </dgm:pt>
    <dgm:pt modelId="{71E868F0-A939-4D1C-9E55-F8155181F124}" type="pres">
      <dgm:prSet presAssocID="{E8C3756F-AA49-4FDF-937A-C669DF1D49DB}" presName="hierFlow" presStyleCnt="0"/>
      <dgm:spPr/>
    </dgm:pt>
    <dgm:pt modelId="{C304D1E6-6297-4779-92DA-1AA561C1CFEF}" type="pres">
      <dgm:prSet presAssocID="{E8C3756F-AA49-4FDF-937A-C669DF1D49DB}" presName="hierChild1" presStyleCnt="0">
        <dgm:presLayoutVars>
          <dgm:chPref val="1"/>
          <dgm:animOne val="branch"/>
          <dgm:animLvl val="lvl"/>
        </dgm:presLayoutVars>
      </dgm:prSet>
      <dgm:spPr/>
    </dgm:pt>
    <dgm:pt modelId="{1BC7077A-EAEB-4F8A-AF28-688965828B44}" type="pres">
      <dgm:prSet presAssocID="{269FC7D6-DBC2-4C2D-B6BF-28FF25BAC020}" presName="Name14" presStyleCnt="0"/>
      <dgm:spPr/>
    </dgm:pt>
    <dgm:pt modelId="{7D903687-9151-4164-A6E5-96843215D23F}" type="pres">
      <dgm:prSet presAssocID="{269FC7D6-DBC2-4C2D-B6BF-28FF25BAC020}" presName="level1Shape" presStyleLbl="node0" presStyleIdx="0" presStyleCnt="1" custScaleX="232506" custScaleY="55141">
        <dgm:presLayoutVars>
          <dgm:chPref val="3"/>
        </dgm:presLayoutVars>
      </dgm:prSet>
      <dgm:spPr/>
    </dgm:pt>
    <dgm:pt modelId="{6962E8B7-97A1-412A-8F93-780A7FC158B3}" type="pres">
      <dgm:prSet presAssocID="{269FC7D6-DBC2-4C2D-B6BF-28FF25BAC020}" presName="hierChild2" presStyleCnt="0"/>
      <dgm:spPr/>
    </dgm:pt>
    <dgm:pt modelId="{53825EB0-CA81-422A-8DD3-29BCFF3B84EB}" type="pres">
      <dgm:prSet presAssocID="{2E1114D4-D25F-40E3-B203-18C87E05C8B6}" presName="Name19" presStyleLbl="parChTrans1D2" presStyleIdx="0" presStyleCnt="2"/>
      <dgm:spPr/>
    </dgm:pt>
    <dgm:pt modelId="{3341354B-70D9-4FA3-B3C6-792D8D0C850D}" type="pres">
      <dgm:prSet presAssocID="{E36AA16D-72C6-4312-87AC-37BE78414692}" presName="Name21" presStyleCnt="0"/>
      <dgm:spPr/>
    </dgm:pt>
    <dgm:pt modelId="{350ED9F6-440B-4E32-A0D4-449BC00DBDAB}" type="pres">
      <dgm:prSet presAssocID="{E36AA16D-72C6-4312-87AC-37BE78414692}" presName="level2Shape" presStyleLbl="node2" presStyleIdx="0" presStyleCnt="2" custScaleX="170537" custScaleY="54081"/>
      <dgm:spPr/>
    </dgm:pt>
    <dgm:pt modelId="{B272B536-761F-48A2-B6F1-85EF6256065E}" type="pres">
      <dgm:prSet presAssocID="{E36AA16D-72C6-4312-87AC-37BE78414692}" presName="hierChild3" presStyleCnt="0"/>
      <dgm:spPr/>
    </dgm:pt>
    <dgm:pt modelId="{481DDF7A-BB05-4B68-B84F-82D3C74BA2D2}" type="pres">
      <dgm:prSet presAssocID="{534F5D53-8C60-40D2-9D90-113FDEC9D4E7}" presName="Name19" presStyleLbl="parChTrans1D3" presStyleIdx="0" presStyleCnt="2"/>
      <dgm:spPr/>
    </dgm:pt>
    <dgm:pt modelId="{393A5523-EF10-4A97-A4F7-2F35A4F0756D}" type="pres">
      <dgm:prSet presAssocID="{87F3018F-3B40-46DD-B53D-8FB3516625FC}" presName="Name21" presStyleCnt="0"/>
      <dgm:spPr/>
    </dgm:pt>
    <dgm:pt modelId="{47AAD2C0-6D40-4BB5-8098-D2A7BDF7D141}" type="pres">
      <dgm:prSet presAssocID="{87F3018F-3B40-46DD-B53D-8FB3516625FC}" presName="level2Shape" presStyleLbl="node3" presStyleIdx="0" presStyleCnt="2" custScaleX="170537" custScaleY="227536"/>
      <dgm:spPr/>
    </dgm:pt>
    <dgm:pt modelId="{A4DD4FB7-1157-49A9-AB98-D0C44A4F98E2}" type="pres">
      <dgm:prSet presAssocID="{87F3018F-3B40-46DD-B53D-8FB3516625FC}" presName="hierChild3" presStyleCnt="0"/>
      <dgm:spPr/>
    </dgm:pt>
    <dgm:pt modelId="{93FD9108-758E-479E-BBCB-47AC097687E5}" type="pres">
      <dgm:prSet presAssocID="{D2247236-60E6-4B67-B14E-773DC0B774C1}" presName="Name19" presStyleLbl="parChTrans1D2" presStyleIdx="1" presStyleCnt="2"/>
      <dgm:spPr/>
    </dgm:pt>
    <dgm:pt modelId="{D3485F9D-D06C-433B-847B-3B14C7CC006D}" type="pres">
      <dgm:prSet presAssocID="{A843DEB2-B7EF-4245-95A7-0E3ABB56B1A1}" presName="Name21" presStyleCnt="0"/>
      <dgm:spPr/>
    </dgm:pt>
    <dgm:pt modelId="{81534FB1-E407-4AB1-9DAB-820CE783D6B8}" type="pres">
      <dgm:prSet presAssocID="{A843DEB2-B7EF-4245-95A7-0E3ABB56B1A1}" presName="level2Shape" presStyleLbl="node2" presStyleIdx="1" presStyleCnt="2" custScaleX="157936" custScaleY="46783"/>
      <dgm:spPr/>
    </dgm:pt>
    <dgm:pt modelId="{33492D38-94B4-49C8-B4DB-BF401DCDFCF3}" type="pres">
      <dgm:prSet presAssocID="{A843DEB2-B7EF-4245-95A7-0E3ABB56B1A1}" presName="hierChild3" presStyleCnt="0"/>
      <dgm:spPr/>
    </dgm:pt>
    <dgm:pt modelId="{3DA6E130-8660-4E0B-AFCD-891D12A4675D}" type="pres">
      <dgm:prSet presAssocID="{F213C838-DEF6-4D66-9932-2FDC3B24E28A}" presName="Name19" presStyleLbl="parChTrans1D3" presStyleIdx="1" presStyleCnt="2"/>
      <dgm:spPr/>
    </dgm:pt>
    <dgm:pt modelId="{203C6888-39D6-4099-BB49-C2195C955FA0}" type="pres">
      <dgm:prSet presAssocID="{36CD3A87-6A8F-4CD2-882F-7B9D7455C792}" presName="Name21" presStyleCnt="0"/>
      <dgm:spPr/>
    </dgm:pt>
    <dgm:pt modelId="{EF31FD38-D1D8-4BC8-92CB-71AC38A79FF0}" type="pres">
      <dgm:prSet presAssocID="{36CD3A87-6A8F-4CD2-882F-7B9D7455C792}" presName="level2Shape" presStyleLbl="node3" presStyleIdx="1" presStyleCnt="2" custScaleX="165473" custScaleY="226561" custLinFactNeighborX="1183" custLinFactNeighborY="7740"/>
      <dgm:spPr/>
    </dgm:pt>
    <dgm:pt modelId="{356C4AD5-FFEB-415B-BBD9-E163644171D0}" type="pres">
      <dgm:prSet presAssocID="{36CD3A87-6A8F-4CD2-882F-7B9D7455C792}" presName="hierChild3" presStyleCnt="0"/>
      <dgm:spPr/>
    </dgm:pt>
    <dgm:pt modelId="{187C13F2-2591-4571-BC27-EE91350F69A7}" type="pres">
      <dgm:prSet presAssocID="{E8C3756F-AA49-4FDF-937A-C669DF1D49DB}" presName="bgShapesFlow" presStyleCnt="0"/>
      <dgm:spPr/>
    </dgm:pt>
  </dgm:ptLst>
  <dgm:cxnLst>
    <dgm:cxn modelId="{F8B40B04-0CDF-458F-A432-D782DD72E707}" type="presOf" srcId="{87F3018F-3B40-46DD-B53D-8FB3516625FC}" destId="{47AAD2C0-6D40-4BB5-8098-D2A7BDF7D141}" srcOrd="0" destOrd="0" presId="urn:microsoft.com/office/officeart/2005/8/layout/hierarchy6"/>
    <dgm:cxn modelId="{377A673E-B7EC-42E7-A471-2BC082FAA708}" type="presOf" srcId="{2E1114D4-D25F-40E3-B203-18C87E05C8B6}" destId="{53825EB0-CA81-422A-8DD3-29BCFF3B84EB}" srcOrd="0" destOrd="0" presId="urn:microsoft.com/office/officeart/2005/8/layout/hierarchy6"/>
    <dgm:cxn modelId="{AA99FC3E-068A-4D05-A214-290135B88DE2}" type="presOf" srcId="{E36AA16D-72C6-4312-87AC-37BE78414692}" destId="{350ED9F6-440B-4E32-A0D4-449BC00DBDAB}" srcOrd="0" destOrd="0" presId="urn:microsoft.com/office/officeart/2005/8/layout/hierarchy6"/>
    <dgm:cxn modelId="{D305CB40-A448-4084-B088-5BA039B931A3}" type="presOf" srcId="{D2247236-60E6-4B67-B14E-773DC0B774C1}" destId="{93FD9108-758E-479E-BBCB-47AC097687E5}" srcOrd="0" destOrd="0" presId="urn:microsoft.com/office/officeart/2005/8/layout/hierarchy6"/>
    <dgm:cxn modelId="{8F384662-0853-47F7-A7B5-F815FA2ECA8F}" type="presOf" srcId="{E8C3756F-AA49-4FDF-937A-C669DF1D49DB}" destId="{EC94FF2D-0735-4D87-9EB8-C176EA5C5EC6}" srcOrd="0" destOrd="0" presId="urn:microsoft.com/office/officeart/2005/8/layout/hierarchy6"/>
    <dgm:cxn modelId="{D1AD7A45-B6C3-4BCD-9124-CAEFB71685EC}" type="presOf" srcId="{534F5D53-8C60-40D2-9D90-113FDEC9D4E7}" destId="{481DDF7A-BB05-4B68-B84F-82D3C74BA2D2}" srcOrd="0" destOrd="0" presId="urn:microsoft.com/office/officeart/2005/8/layout/hierarchy6"/>
    <dgm:cxn modelId="{46D2027F-31E5-46BA-A75C-692EED8E4F42}" type="presOf" srcId="{36CD3A87-6A8F-4CD2-882F-7B9D7455C792}" destId="{EF31FD38-D1D8-4BC8-92CB-71AC38A79FF0}" srcOrd="0" destOrd="0" presId="urn:microsoft.com/office/officeart/2005/8/layout/hierarchy6"/>
    <dgm:cxn modelId="{78B95E80-4226-44A1-B2EC-D0775B15FCA4}" srcId="{E36AA16D-72C6-4312-87AC-37BE78414692}" destId="{87F3018F-3B40-46DD-B53D-8FB3516625FC}" srcOrd="0" destOrd="0" parTransId="{534F5D53-8C60-40D2-9D90-113FDEC9D4E7}" sibTransId="{474763DE-983C-46ED-A58E-C9AEB223A475}"/>
    <dgm:cxn modelId="{3F2D6D9C-7271-4434-BF7D-CABF2ABE3B6B}" type="presOf" srcId="{A843DEB2-B7EF-4245-95A7-0E3ABB56B1A1}" destId="{81534FB1-E407-4AB1-9DAB-820CE783D6B8}" srcOrd="0" destOrd="0" presId="urn:microsoft.com/office/officeart/2005/8/layout/hierarchy6"/>
    <dgm:cxn modelId="{60069D9F-D6BC-4949-8172-10DA3DAEEFFC}" srcId="{269FC7D6-DBC2-4C2D-B6BF-28FF25BAC020}" destId="{A843DEB2-B7EF-4245-95A7-0E3ABB56B1A1}" srcOrd="1" destOrd="0" parTransId="{D2247236-60E6-4B67-B14E-773DC0B774C1}" sibTransId="{48428433-8B5E-4530-9CCF-153B09406CF4}"/>
    <dgm:cxn modelId="{6F0318B6-3F9D-49C7-820F-798EB3AD0676}" type="presOf" srcId="{269FC7D6-DBC2-4C2D-B6BF-28FF25BAC020}" destId="{7D903687-9151-4164-A6E5-96843215D23F}" srcOrd="0" destOrd="0" presId="urn:microsoft.com/office/officeart/2005/8/layout/hierarchy6"/>
    <dgm:cxn modelId="{752F1DBB-2674-44B3-8387-3A5585E6F474}" srcId="{A843DEB2-B7EF-4245-95A7-0E3ABB56B1A1}" destId="{36CD3A87-6A8F-4CD2-882F-7B9D7455C792}" srcOrd="0" destOrd="0" parTransId="{F213C838-DEF6-4D66-9932-2FDC3B24E28A}" sibTransId="{DCC5543B-0789-4398-BF0B-84C516E3C002}"/>
    <dgm:cxn modelId="{0B235BE8-FEE3-4F4E-AF82-E24D2C8EBB94}" srcId="{269FC7D6-DBC2-4C2D-B6BF-28FF25BAC020}" destId="{E36AA16D-72C6-4312-87AC-37BE78414692}" srcOrd="0" destOrd="0" parTransId="{2E1114D4-D25F-40E3-B203-18C87E05C8B6}" sibTransId="{33321833-EAC9-414A-A0A6-7A4D2716E90C}"/>
    <dgm:cxn modelId="{D4883AF7-1BC8-4D66-90BD-40FCABDF0A21}" srcId="{E8C3756F-AA49-4FDF-937A-C669DF1D49DB}" destId="{269FC7D6-DBC2-4C2D-B6BF-28FF25BAC020}" srcOrd="0" destOrd="0" parTransId="{8F7F7F0C-3A2D-47DA-BFFA-2DC5FE6C6663}" sibTransId="{5C3F7C4E-18A9-41C6-BAD1-D35AA0EDDA27}"/>
    <dgm:cxn modelId="{E808C2FD-D2AD-4255-A371-92A5E4D40C12}" type="presOf" srcId="{F213C838-DEF6-4D66-9932-2FDC3B24E28A}" destId="{3DA6E130-8660-4E0B-AFCD-891D12A4675D}" srcOrd="0" destOrd="0" presId="urn:microsoft.com/office/officeart/2005/8/layout/hierarchy6"/>
    <dgm:cxn modelId="{8600D815-2AB3-4A99-AF18-5D6824078EF0}" type="presParOf" srcId="{EC94FF2D-0735-4D87-9EB8-C176EA5C5EC6}" destId="{71E868F0-A939-4D1C-9E55-F8155181F124}" srcOrd="0" destOrd="0" presId="urn:microsoft.com/office/officeart/2005/8/layout/hierarchy6"/>
    <dgm:cxn modelId="{0393721B-C997-44C6-8B43-969D1B3C8514}" type="presParOf" srcId="{71E868F0-A939-4D1C-9E55-F8155181F124}" destId="{C304D1E6-6297-4779-92DA-1AA561C1CFEF}" srcOrd="0" destOrd="0" presId="urn:microsoft.com/office/officeart/2005/8/layout/hierarchy6"/>
    <dgm:cxn modelId="{CDA5A17D-6CF0-41FD-8812-E159F7C4310A}" type="presParOf" srcId="{C304D1E6-6297-4779-92DA-1AA561C1CFEF}" destId="{1BC7077A-EAEB-4F8A-AF28-688965828B44}" srcOrd="0" destOrd="0" presId="urn:microsoft.com/office/officeart/2005/8/layout/hierarchy6"/>
    <dgm:cxn modelId="{10EF4BBD-0CAA-4B4A-8739-6B9DE253C30E}" type="presParOf" srcId="{1BC7077A-EAEB-4F8A-AF28-688965828B44}" destId="{7D903687-9151-4164-A6E5-96843215D23F}" srcOrd="0" destOrd="0" presId="urn:microsoft.com/office/officeart/2005/8/layout/hierarchy6"/>
    <dgm:cxn modelId="{A7D99C3C-DD94-4B18-8B02-5F0579528A97}" type="presParOf" srcId="{1BC7077A-EAEB-4F8A-AF28-688965828B44}" destId="{6962E8B7-97A1-412A-8F93-780A7FC158B3}" srcOrd="1" destOrd="0" presId="urn:microsoft.com/office/officeart/2005/8/layout/hierarchy6"/>
    <dgm:cxn modelId="{43AF2A8D-ECFE-4549-95CD-F6118F2EEB9D}" type="presParOf" srcId="{6962E8B7-97A1-412A-8F93-780A7FC158B3}" destId="{53825EB0-CA81-422A-8DD3-29BCFF3B84EB}" srcOrd="0" destOrd="0" presId="urn:microsoft.com/office/officeart/2005/8/layout/hierarchy6"/>
    <dgm:cxn modelId="{B949BB67-1678-4719-BD4E-1BD19D9D886D}" type="presParOf" srcId="{6962E8B7-97A1-412A-8F93-780A7FC158B3}" destId="{3341354B-70D9-4FA3-B3C6-792D8D0C850D}" srcOrd="1" destOrd="0" presId="urn:microsoft.com/office/officeart/2005/8/layout/hierarchy6"/>
    <dgm:cxn modelId="{87880D23-7026-41E9-853C-87893182F7BB}" type="presParOf" srcId="{3341354B-70D9-4FA3-B3C6-792D8D0C850D}" destId="{350ED9F6-440B-4E32-A0D4-449BC00DBDAB}" srcOrd="0" destOrd="0" presId="urn:microsoft.com/office/officeart/2005/8/layout/hierarchy6"/>
    <dgm:cxn modelId="{6980FE82-BFF3-4E58-AB8B-C6CC2C55D2D7}" type="presParOf" srcId="{3341354B-70D9-4FA3-B3C6-792D8D0C850D}" destId="{B272B536-761F-48A2-B6F1-85EF6256065E}" srcOrd="1" destOrd="0" presId="urn:microsoft.com/office/officeart/2005/8/layout/hierarchy6"/>
    <dgm:cxn modelId="{4A7643DD-D7CC-44EE-AC6B-6657494E30B2}" type="presParOf" srcId="{B272B536-761F-48A2-B6F1-85EF6256065E}" destId="{481DDF7A-BB05-4B68-B84F-82D3C74BA2D2}" srcOrd="0" destOrd="0" presId="urn:microsoft.com/office/officeart/2005/8/layout/hierarchy6"/>
    <dgm:cxn modelId="{13626679-789E-451D-BB30-E853E359F6F0}" type="presParOf" srcId="{B272B536-761F-48A2-B6F1-85EF6256065E}" destId="{393A5523-EF10-4A97-A4F7-2F35A4F0756D}" srcOrd="1" destOrd="0" presId="urn:microsoft.com/office/officeart/2005/8/layout/hierarchy6"/>
    <dgm:cxn modelId="{AC572714-6792-4CC5-8FA9-0E90719D63E6}" type="presParOf" srcId="{393A5523-EF10-4A97-A4F7-2F35A4F0756D}" destId="{47AAD2C0-6D40-4BB5-8098-D2A7BDF7D141}" srcOrd="0" destOrd="0" presId="urn:microsoft.com/office/officeart/2005/8/layout/hierarchy6"/>
    <dgm:cxn modelId="{0E9E4C74-9EE6-4F7A-A026-89F13A40E877}" type="presParOf" srcId="{393A5523-EF10-4A97-A4F7-2F35A4F0756D}" destId="{A4DD4FB7-1157-49A9-AB98-D0C44A4F98E2}" srcOrd="1" destOrd="0" presId="urn:microsoft.com/office/officeart/2005/8/layout/hierarchy6"/>
    <dgm:cxn modelId="{6CD9899C-A642-4BD8-B773-71149C56EEB2}" type="presParOf" srcId="{6962E8B7-97A1-412A-8F93-780A7FC158B3}" destId="{93FD9108-758E-479E-BBCB-47AC097687E5}" srcOrd="2" destOrd="0" presId="urn:microsoft.com/office/officeart/2005/8/layout/hierarchy6"/>
    <dgm:cxn modelId="{4075D5D2-4878-4B90-B1B9-F92B7061B2E4}" type="presParOf" srcId="{6962E8B7-97A1-412A-8F93-780A7FC158B3}" destId="{D3485F9D-D06C-433B-847B-3B14C7CC006D}" srcOrd="3" destOrd="0" presId="urn:microsoft.com/office/officeart/2005/8/layout/hierarchy6"/>
    <dgm:cxn modelId="{D2BA8D27-FDFF-411E-BC91-728FEB4CF3D5}" type="presParOf" srcId="{D3485F9D-D06C-433B-847B-3B14C7CC006D}" destId="{81534FB1-E407-4AB1-9DAB-820CE783D6B8}" srcOrd="0" destOrd="0" presId="urn:microsoft.com/office/officeart/2005/8/layout/hierarchy6"/>
    <dgm:cxn modelId="{C0318B1C-1662-4735-A142-8D9546AC5D00}" type="presParOf" srcId="{D3485F9D-D06C-433B-847B-3B14C7CC006D}" destId="{33492D38-94B4-49C8-B4DB-BF401DCDFCF3}" srcOrd="1" destOrd="0" presId="urn:microsoft.com/office/officeart/2005/8/layout/hierarchy6"/>
    <dgm:cxn modelId="{90A95CCB-F979-4F38-959E-EBC4DEB3FA8C}" type="presParOf" srcId="{33492D38-94B4-49C8-B4DB-BF401DCDFCF3}" destId="{3DA6E130-8660-4E0B-AFCD-891D12A4675D}" srcOrd="0" destOrd="0" presId="urn:microsoft.com/office/officeart/2005/8/layout/hierarchy6"/>
    <dgm:cxn modelId="{472366C2-2C7B-47B2-9EC3-859DEA609621}" type="presParOf" srcId="{33492D38-94B4-49C8-B4DB-BF401DCDFCF3}" destId="{203C6888-39D6-4099-BB49-C2195C955FA0}" srcOrd="1" destOrd="0" presId="urn:microsoft.com/office/officeart/2005/8/layout/hierarchy6"/>
    <dgm:cxn modelId="{E21F6497-7D8A-4731-B4BD-0B11E64500F2}" type="presParOf" srcId="{203C6888-39D6-4099-BB49-C2195C955FA0}" destId="{EF31FD38-D1D8-4BC8-92CB-71AC38A79FF0}" srcOrd="0" destOrd="0" presId="urn:microsoft.com/office/officeart/2005/8/layout/hierarchy6"/>
    <dgm:cxn modelId="{F7DEC2F2-C52A-4126-A45E-43D6DD70E458}" type="presParOf" srcId="{203C6888-39D6-4099-BB49-C2195C955FA0}" destId="{356C4AD5-FFEB-415B-BBD9-E163644171D0}" srcOrd="1" destOrd="0" presId="urn:microsoft.com/office/officeart/2005/8/layout/hierarchy6"/>
    <dgm:cxn modelId="{087040F1-D687-4A70-8781-E05769908446}" type="presParOf" srcId="{EC94FF2D-0735-4D87-9EB8-C176EA5C5EC6}" destId="{187C13F2-2591-4571-BC27-EE91350F69A7}"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C3756F-AA49-4FDF-937A-C669DF1D49DB}" type="doc">
      <dgm:prSet loTypeId="urn:microsoft.com/office/officeart/2005/8/layout/hierarchy6" loCatId="hierarchy" qsTypeId="urn:microsoft.com/office/officeart/2005/8/quickstyle/simple1" qsCatId="simple" csTypeId="urn:microsoft.com/office/officeart/2005/8/colors/accent1_1" csCatId="accent1" phldr="1"/>
      <dgm:spPr/>
      <dgm:t>
        <a:bodyPr/>
        <a:lstStyle/>
        <a:p>
          <a:endParaRPr lang="es-PE"/>
        </a:p>
      </dgm:t>
    </dgm:pt>
    <dgm:pt modelId="{269FC7D6-DBC2-4C2D-B6BF-28FF25BAC020}">
      <dgm:prSet phldrT="[Texto]" custT="1"/>
      <dgm:spPr/>
      <dgm:t>
        <a:bodyPr/>
        <a:lstStyle/>
        <a:p>
          <a:r>
            <a:rPr lang="es-PE" sz="2800" b="0" kern="1200" spc="-50" baseline="0" dirty="0">
              <a:solidFill>
                <a:srgbClr val="0070C0"/>
              </a:solidFill>
              <a:latin typeface="Calibri" panose="020F0502020204030204" pitchFamily="34" charset="0"/>
              <a:ea typeface="+mj-ea"/>
              <a:cs typeface="Calibri" panose="020F0502020204030204" pitchFamily="34" charset="0"/>
            </a:rPr>
            <a:t>CLASIFICACIÓN</a:t>
          </a:r>
          <a:r>
            <a:rPr lang="es-PE" sz="2400" b="1" kern="1200" spc="-50" baseline="0" dirty="0">
              <a:solidFill>
                <a:srgbClr val="CC3300"/>
              </a:solidFill>
              <a:latin typeface="+mj-lt"/>
              <a:ea typeface="+mj-ea"/>
              <a:cs typeface="+mj-cs"/>
            </a:rPr>
            <a:t> </a:t>
          </a:r>
        </a:p>
      </dgm:t>
    </dgm:pt>
    <dgm:pt modelId="{8F7F7F0C-3A2D-47DA-BFFA-2DC5FE6C6663}" type="parTrans" cxnId="{D4883AF7-1BC8-4D66-90BD-40FCABDF0A21}">
      <dgm:prSet/>
      <dgm:spPr/>
      <dgm:t>
        <a:bodyPr/>
        <a:lstStyle/>
        <a:p>
          <a:endParaRPr lang="es-PE"/>
        </a:p>
      </dgm:t>
    </dgm:pt>
    <dgm:pt modelId="{5C3F7C4E-18A9-41C6-BAD1-D35AA0EDDA27}" type="sibTrans" cxnId="{D4883AF7-1BC8-4D66-90BD-40FCABDF0A21}">
      <dgm:prSet/>
      <dgm:spPr/>
      <dgm:t>
        <a:bodyPr/>
        <a:lstStyle/>
        <a:p>
          <a:endParaRPr lang="es-PE"/>
        </a:p>
      </dgm:t>
    </dgm:pt>
    <dgm:pt modelId="{E36AA16D-72C6-4312-87AC-37BE78414692}">
      <dgm:prSet phldrT="[Texto]" custT="1"/>
      <dgm:spPr/>
      <dgm:t>
        <a:bodyPr/>
        <a:lstStyle/>
        <a:p>
          <a:r>
            <a:rPr lang="es-PE" sz="2800" kern="1200" spc="-50" baseline="0" dirty="0">
              <a:latin typeface="+mj-lt"/>
              <a:ea typeface="+mj-ea"/>
              <a:cs typeface="+mj-cs"/>
            </a:rPr>
            <a:t>DISCRETA</a:t>
          </a:r>
        </a:p>
      </dgm:t>
    </dgm:pt>
    <dgm:pt modelId="{2E1114D4-D25F-40E3-B203-18C87E05C8B6}" type="parTrans" cxnId="{0B235BE8-FEE3-4F4E-AF82-E24D2C8EBB94}">
      <dgm:prSet/>
      <dgm:spPr/>
      <dgm:t>
        <a:bodyPr/>
        <a:lstStyle/>
        <a:p>
          <a:endParaRPr lang="es-PE"/>
        </a:p>
      </dgm:t>
    </dgm:pt>
    <dgm:pt modelId="{33321833-EAC9-414A-A0A6-7A4D2716E90C}" type="sibTrans" cxnId="{0B235BE8-FEE3-4F4E-AF82-E24D2C8EBB94}">
      <dgm:prSet/>
      <dgm:spPr/>
      <dgm:t>
        <a:bodyPr/>
        <a:lstStyle/>
        <a:p>
          <a:endParaRPr lang="es-PE"/>
        </a:p>
      </dgm:t>
    </dgm:pt>
    <dgm:pt modelId="{A843DEB2-B7EF-4245-95A7-0E3ABB56B1A1}">
      <dgm:prSet phldrT="[Texto]" custT="1"/>
      <dgm:spPr/>
      <dgm:t>
        <a:bodyPr/>
        <a:lstStyle/>
        <a:p>
          <a:r>
            <a:rPr lang="es-ES" altLang="es-PE" sz="2400" kern="1200" spc="-50" baseline="0" dirty="0">
              <a:latin typeface="+mj-lt"/>
              <a:ea typeface="+mj-ea"/>
              <a:cs typeface="+mj-cs"/>
            </a:rPr>
            <a:t>CONTINUA</a:t>
          </a:r>
          <a:endParaRPr lang="es-PE" sz="2400" kern="1200" spc="-50" baseline="0" dirty="0">
            <a:latin typeface="+mj-lt"/>
            <a:ea typeface="+mj-ea"/>
            <a:cs typeface="+mj-cs"/>
          </a:endParaRPr>
        </a:p>
      </dgm:t>
    </dgm:pt>
    <dgm:pt modelId="{D2247236-60E6-4B67-B14E-773DC0B774C1}" type="parTrans" cxnId="{60069D9F-D6BC-4949-8172-10DA3DAEEFFC}">
      <dgm:prSet/>
      <dgm:spPr/>
      <dgm:t>
        <a:bodyPr/>
        <a:lstStyle/>
        <a:p>
          <a:endParaRPr lang="es-PE"/>
        </a:p>
      </dgm:t>
    </dgm:pt>
    <dgm:pt modelId="{48428433-8B5E-4530-9CCF-153B09406CF4}" type="sibTrans" cxnId="{60069D9F-D6BC-4949-8172-10DA3DAEEFFC}">
      <dgm:prSet/>
      <dgm:spPr/>
      <dgm:t>
        <a:bodyPr/>
        <a:lstStyle/>
        <a:p>
          <a:endParaRPr lang="es-PE"/>
        </a:p>
      </dgm:t>
    </dgm:pt>
    <dgm:pt modelId="{87F3018F-3B40-46DD-B53D-8FB3516625FC}">
      <dgm:prSet custT="1"/>
      <dgm:spPr/>
      <dgm:t>
        <a:bodyPr/>
        <a:lstStyle/>
        <a:p>
          <a:pPr algn="just">
            <a:lnSpc>
              <a:spcPct val="100000"/>
            </a:lnSpc>
          </a:pPr>
          <a:r>
            <a:rPr lang="es-PE" sz="2000" kern="1200" spc="-50" baseline="0" dirty="0">
              <a:latin typeface="Calibri" panose="020F0502020204030204" pitchFamily="34" charset="0"/>
              <a:ea typeface="+mj-ea"/>
              <a:cs typeface="Calibri" panose="020F0502020204030204" pitchFamily="34" charset="0"/>
            </a:rPr>
            <a:t>Cuando no admiten siempre una modalidad intermedia entre dos cualesquiera de sus modalidades. Un ejemplo es el número de hijos en una familias: 0, 1, 2, 3; número alumnos, etc.</a:t>
          </a:r>
        </a:p>
      </dgm:t>
    </dgm:pt>
    <dgm:pt modelId="{534F5D53-8C60-40D2-9D90-113FDEC9D4E7}" type="parTrans" cxnId="{78B95E80-4226-44A1-B2EC-D0775B15FCA4}">
      <dgm:prSet/>
      <dgm:spPr/>
      <dgm:t>
        <a:bodyPr/>
        <a:lstStyle/>
        <a:p>
          <a:endParaRPr lang="es-PE"/>
        </a:p>
      </dgm:t>
    </dgm:pt>
    <dgm:pt modelId="{474763DE-983C-46ED-A58E-C9AEB223A475}" type="sibTrans" cxnId="{78B95E80-4226-44A1-B2EC-D0775B15FCA4}">
      <dgm:prSet/>
      <dgm:spPr/>
      <dgm:t>
        <a:bodyPr/>
        <a:lstStyle/>
        <a:p>
          <a:endParaRPr lang="es-PE"/>
        </a:p>
      </dgm:t>
    </dgm:pt>
    <dgm:pt modelId="{36CD3A87-6A8F-4CD2-882F-7B9D7455C792}">
      <dgm:prSet custT="1"/>
      <dgm:spPr/>
      <dgm:t>
        <a:bodyPr/>
        <a:lstStyle/>
        <a:p>
          <a:pPr algn="just">
            <a:lnSpc>
              <a:spcPct val="100000"/>
            </a:lnSpc>
          </a:pPr>
          <a:r>
            <a:rPr lang="es-PE" sz="2000" kern="1200" spc="-50" baseline="0" dirty="0">
              <a:latin typeface="Calibri" panose="020F0502020204030204" pitchFamily="34" charset="0"/>
              <a:ea typeface="+mj-ea"/>
              <a:cs typeface="Calibri" panose="020F0502020204030204" pitchFamily="34" charset="0"/>
            </a:rPr>
            <a:t>Cuando admiten una modalidad intermedia entre dos cualesquiera de sus modalidades, Ejm. Producción de leche, salario, peso, volumen, etc.</a:t>
          </a:r>
        </a:p>
      </dgm:t>
    </dgm:pt>
    <dgm:pt modelId="{F213C838-DEF6-4D66-9932-2FDC3B24E28A}" type="parTrans" cxnId="{752F1DBB-2674-44B3-8387-3A5585E6F474}">
      <dgm:prSet/>
      <dgm:spPr/>
      <dgm:t>
        <a:bodyPr/>
        <a:lstStyle/>
        <a:p>
          <a:endParaRPr lang="es-PE"/>
        </a:p>
      </dgm:t>
    </dgm:pt>
    <dgm:pt modelId="{DCC5543B-0789-4398-BF0B-84C516E3C002}" type="sibTrans" cxnId="{752F1DBB-2674-44B3-8387-3A5585E6F474}">
      <dgm:prSet/>
      <dgm:spPr/>
      <dgm:t>
        <a:bodyPr/>
        <a:lstStyle/>
        <a:p>
          <a:endParaRPr lang="es-PE"/>
        </a:p>
      </dgm:t>
    </dgm:pt>
    <dgm:pt modelId="{EC94FF2D-0735-4D87-9EB8-C176EA5C5EC6}" type="pres">
      <dgm:prSet presAssocID="{E8C3756F-AA49-4FDF-937A-C669DF1D49DB}" presName="mainComposite" presStyleCnt="0">
        <dgm:presLayoutVars>
          <dgm:chPref val="1"/>
          <dgm:dir/>
          <dgm:animOne val="branch"/>
          <dgm:animLvl val="lvl"/>
          <dgm:resizeHandles val="exact"/>
        </dgm:presLayoutVars>
      </dgm:prSet>
      <dgm:spPr/>
    </dgm:pt>
    <dgm:pt modelId="{71E868F0-A939-4D1C-9E55-F8155181F124}" type="pres">
      <dgm:prSet presAssocID="{E8C3756F-AA49-4FDF-937A-C669DF1D49DB}" presName="hierFlow" presStyleCnt="0"/>
      <dgm:spPr/>
    </dgm:pt>
    <dgm:pt modelId="{C304D1E6-6297-4779-92DA-1AA561C1CFEF}" type="pres">
      <dgm:prSet presAssocID="{E8C3756F-AA49-4FDF-937A-C669DF1D49DB}" presName="hierChild1" presStyleCnt="0">
        <dgm:presLayoutVars>
          <dgm:chPref val="1"/>
          <dgm:animOne val="branch"/>
          <dgm:animLvl val="lvl"/>
        </dgm:presLayoutVars>
      </dgm:prSet>
      <dgm:spPr/>
    </dgm:pt>
    <dgm:pt modelId="{1BC7077A-EAEB-4F8A-AF28-688965828B44}" type="pres">
      <dgm:prSet presAssocID="{269FC7D6-DBC2-4C2D-B6BF-28FF25BAC020}" presName="Name14" presStyleCnt="0"/>
      <dgm:spPr/>
    </dgm:pt>
    <dgm:pt modelId="{7D903687-9151-4164-A6E5-96843215D23F}" type="pres">
      <dgm:prSet presAssocID="{269FC7D6-DBC2-4C2D-B6BF-28FF25BAC020}" presName="level1Shape" presStyleLbl="node0" presStyleIdx="0" presStyleCnt="1" custScaleX="159375" custScaleY="73463">
        <dgm:presLayoutVars>
          <dgm:chPref val="3"/>
        </dgm:presLayoutVars>
      </dgm:prSet>
      <dgm:spPr/>
    </dgm:pt>
    <dgm:pt modelId="{6962E8B7-97A1-412A-8F93-780A7FC158B3}" type="pres">
      <dgm:prSet presAssocID="{269FC7D6-DBC2-4C2D-B6BF-28FF25BAC020}" presName="hierChild2" presStyleCnt="0"/>
      <dgm:spPr/>
    </dgm:pt>
    <dgm:pt modelId="{53825EB0-CA81-422A-8DD3-29BCFF3B84EB}" type="pres">
      <dgm:prSet presAssocID="{2E1114D4-D25F-40E3-B203-18C87E05C8B6}" presName="Name19" presStyleLbl="parChTrans1D2" presStyleIdx="0" presStyleCnt="2"/>
      <dgm:spPr/>
    </dgm:pt>
    <dgm:pt modelId="{3341354B-70D9-4FA3-B3C6-792D8D0C850D}" type="pres">
      <dgm:prSet presAssocID="{E36AA16D-72C6-4312-87AC-37BE78414692}" presName="Name21" presStyleCnt="0"/>
      <dgm:spPr/>
    </dgm:pt>
    <dgm:pt modelId="{350ED9F6-440B-4E32-A0D4-449BC00DBDAB}" type="pres">
      <dgm:prSet presAssocID="{E36AA16D-72C6-4312-87AC-37BE78414692}" presName="level2Shape" presStyleLbl="node2" presStyleIdx="0" presStyleCnt="2" custScaleX="170537" custScaleY="46076"/>
      <dgm:spPr/>
    </dgm:pt>
    <dgm:pt modelId="{B272B536-761F-48A2-B6F1-85EF6256065E}" type="pres">
      <dgm:prSet presAssocID="{E36AA16D-72C6-4312-87AC-37BE78414692}" presName="hierChild3" presStyleCnt="0"/>
      <dgm:spPr/>
    </dgm:pt>
    <dgm:pt modelId="{481DDF7A-BB05-4B68-B84F-82D3C74BA2D2}" type="pres">
      <dgm:prSet presAssocID="{534F5D53-8C60-40D2-9D90-113FDEC9D4E7}" presName="Name19" presStyleLbl="parChTrans1D3" presStyleIdx="0" presStyleCnt="2"/>
      <dgm:spPr/>
    </dgm:pt>
    <dgm:pt modelId="{393A5523-EF10-4A97-A4F7-2F35A4F0756D}" type="pres">
      <dgm:prSet presAssocID="{87F3018F-3B40-46DD-B53D-8FB3516625FC}" presName="Name21" presStyleCnt="0"/>
      <dgm:spPr/>
    </dgm:pt>
    <dgm:pt modelId="{47AAD2C0-6D40-4BB5-8098-D2A7BDF7D141}" type="pres">
      <dgm:prSet presAssocID="{87F3018F-3B40-46DD-B53D-8FB3516625FC}" presName="level2Shape" presStyleLbl="node3" presStyleIdx="0" presStyleCnt="2" custScaleX="187359" custScaleY="233226"/>
      <dgm:spPr/>
    </dgm:pt>
    <dgm:pt modelId="{A4DD4FB7-1157-49A9-AB98-D0C44A4F98E2}" type="pres">
      <dgm:prSet presAssocID="{87F3018F-3B40-46DD-B53D-8FB3516625FC}" presName="hierChild3" presStyleCnt="0"/>
      <dgm:spPr/>
    </dgm:pt>
    <dgm:pt modelId="{93FD9108-758E-479E-BBCB-47AC097687E5}" type="pres">
      <dgm:prSet presAssocID="{D2247236-60E6-4B67-B14E-773DC0B774C1}" presName="Name19" presStyleLbl="parChTrans1D2" presStyleIdx="1" presStyleCnt="2"/>
      <dgm:spPr/>
    </dgm:pt>
    <dgm:pt modelId="{D3485F9D-D06C-433B-847B-3B14C7CC006D}" type="pres">
      <dgm:prSet presAssocID="{A843DEB2-B7EF-4245-95A7-0E3ABB56B1A1}" presName="Name21" presStyleCnt="0"/>
      <dgm:spPr/>
    </dgm:pt>
    <dgm:pt modelId="{81534FB1-E407-4AB1-9DAB-820CE783D6B8}" type="pres">
      <dgm:prSet presAssocID="{A843DEB2-B7EF-4245-95A7-0E3ABB56B1A1}" presName="level2Shape" presStyleLbl="node2" presStyleIdx="1" presStyleCnt="2" custScaleX="157936" custScaleY="40716"/>
      <dgm:spPr/>
    </dgm:pt>
    <dgm:pt modelId="{33492D38-94B4-49C8-B4DB-BF401DCDFCF3}" type="pres">
      <dgm:prSet presAssocID="{A843DEB2-B7EF-4245-95A7-0E3ABB56B1A1}" presName="hierChild3" presStyleCnt="0"/>
      <dgm:spPr/>
    </dgm:pt>
    <dgm:pt modelId="{3DA6E130-8660-4E0B-AFCD-891D12A4675D}" type="pres">
      <dgm:prSet presAssocID="{F213C838-DEF6-4D66-9932-2FDC3B24E28A}" presName="Name19" presStyleLbl="parChTrans1D3" presStyleIdx="1" presStyleCnt="2"/>
      <dgm:spPr/>
    </dgm:pt>
    <dgm:pt modelId="{203C6888-39D6-4099-BB49-C2195C955FA0}" type="pres">
      <dgm:prSet presAssocID="{36CD3A87-6A8F-4CD2-882F-7B9D7455C792}" presName="Name21" presStyleCnt="0"/>
      <dgm:spPr/>
    </dgm:pt>
    <dgm:pt modelId="{EF31FD38-D1D8-4BC8-92CB-71AC38A79FF0}" type="pres">
      <dgm:prSet presAssocID="{36CD3A87-6A8F-4CD2-882F-7B9D7455C792}" presName="level2Shape" presStyleLbl="node3" presStyleIdx="1" presStyleCnt="2" custScaleX="183689" custScaleY="233739" custLinFactNeighborY="3404"/>
      <dgm:spPr/>
    </dgm:pt>
    <dgm:pt modelId="{356C4AD5-FFEB-415B-BBD9-E163644171D0}" type="pres">
      <dgm:prSet presAssocID="{36CD3A87-6A8F-4CD2-882F-7B9D7455C792}" presName="hierChild3" presStyleCnt="0"/>
      <dgm:spPr/>
    </dgm:pt>
    <dgm:pt modelId="{187C13F2-2591-4571-BC27-EE91350F69A7}" type="pres">
      <dgm:prSet presAssocID="{E8C3756F-AA49-4FDF-937A-C669DF1D49DB}" presName="bgShapesFlow" presStyleCnt="0"/>
      <dgm:spPr/>
    </dgm:pt>
  </dgm:ptLst>
  <dgm:cxnLst>
    <dgm:cxn modelId="{9F239C09-EEF3-45BD-A59D-97440CD832CD}" type="presOf" srcId="{E36AA16D-72C6-4312-87AC-37BE78414692}" destId="{350ED9F6-440B-4E32-A0D4-449BC00DBDAB}" srcOrd="0" destOrd="0" presId="urn:microsoft.com/office/officeart/2005/8/layout/hierarchy6"/>
    <dgm:cxn modelId="{64F26965-7597-4CF9-8DED-F01265D5BB40}" type="presOf" srcId="{269FC7D6-DBC2-4C2D-B6BF-28FF25BAC020}" destId="{7D903687-9151-4164-A6E5-96843215D23F}" srcOrd="0" destOrd="0" presId="urn:microsoft.com/office/officeart/2005/8/layout/hierarchy6"/>
    <dgm:cxn modelId="{32F5B36A-2E97-4D04-9708-D24211FEE726}" type="presOf" srcId="{534F5D53-8C60-40D2-9D90-113FDEC9D4E7}" destId="{481DDF7A-BB05-4B68-B84F-82D3C74BA2D2}" srcOrd="0" destOrd="0" presId="urn:microsoft.com/office/officeart/2005/8/layout/hierarchy6"/>
    <dgm:cxn modelId="{CD53276F-E124-4518-9C04-2ACD41463480}" type="presOf" srcId="{A843DEB2-B7EF-4245-95A7-0E3ABB56B1A1}" destId="{81534FB1-E407-4AB1-9DAB-820CE783D6B8}" srcOrd="0" destOrd="0" presId="urn:microsoft.com/office/officeart/2005/8/layout/hierarchy6"/>
    <dgm:cxn modelId="{E6D00875-2CBE-4FF3-A5C3-659339213212}" type="presOf" srcId="{87F3018F-3B40-46DD-B53D-8FB3516625FC}" destId="{47AAD2C0-6D40-4BB5-8098-D2A7BDF7D141}" srcOrd="0" destOrd="0" presId="urn:microsoft.com/office/officeart/2005/8/layout/hierarchy6"/>
    <dgm:cxn modelId="{5076847D-176D-49E2-9437-2FD2C669B326}" type="presOf" srcId="{F213C838-DEF6-4D66-9932-2FDC3B24E28A}" destId="{3DA6E130-8660-4E0B-AFCD-891D12A4675D}" srcOrd="0" destOrd="0" presId="urn:microsoft.com/office/officeart/2005/8/layout/hierarchy6"/>
    <dgm:cxn modelId="{78B95E80-4226-44A1-B2EC-D0775B15FCA4}" srcId="{E36AA16D-72C6-4312-87AC-37BE78414692}" destId="{87F3018F-3B40-46DD-B53D-8FB3516625FC}" srcOrd="0" destOrd="0" parTransId="{534F5D53-8C60-40D2-9D90-113FDEC9D4E7}" sibTransId="{474763DE-983C-46ED-A58E-C9AEB223A475}"/>
    <dgm:cxn modelId="{E71FA09C-C81D-40CC-A49E-C6326496E963}" type="presOf" srcId="{2E1114D4-D25F-40E3-B203-18C87E05C8B6}" destId="{53825EB0-CA81-422A-8DD3-29BCFF3B84EB}" srcOrd="0" destOrd="0" presId="urn:microsoft.com/office/officeart/2005/8/layout/hierarchy6"/>
    <dgm:cxn modelId="{60069D9F-D6BC-4949-8172-10DA3DAEEFFC}" srcId="{269FC7D6-DBC2-4C2D-B6BF-28FF25BAC020}" destId="{A843DEB2-B7EF-4245-95A7-0E3ABB56B1A1}" srcOrd="1" destOrd="0" parTransId="{D2247236-60E6-4B67-B14E-773DC0B774C1}" sibTransId="{48428433-8B5E-4530-9CCF-153B09406CF4}"/>
    <dgm:cxn modelId="{752F1DBB-2674-44B3-8387-3A5585E6F474}" srcId="{A843DEB2-B7EF-4245-95A7-0E3ABB56B1A1}" destId="{36CD3A87-6A8F-4CD2-882F-7B9D7455C792}" srcOrd="0" destOrd="0" parTransId="{F213C838-DEF6-4D66-9932-2FDC3B24E28A}" sibTransId="{DCC5543B-0789-4398-BF0B-84C516E3C002}"/>
    <dgm:cxn modelId="{D60CEDD8-3D84-4FCD-AEAA-7FAE11226E1B}" type="presOf" srcId="{D2247236-60E6-4B67-B14E-773DC0B774C1}" destId="{93FD9108-758E-479E-BBCB-47AC097687E5}" srcOrd="0" destOrd="0" presId="urn:microsoft.com/office/officeart/2005/8/layout/hierarchy6"/>
    <dgm:cxn modelId="{AF447CDB-01A8-498F-B55E-74A404731B1B}" type="presOf" srcId="{E8C3756F-AA49-4FDF-937A-C669DF1D49DB}" destId="{EC94FF2D-0735-4D87-9EB8-C176EA5C5EC6}" srcOrd="0" destOrd="0" presId="urn:microsoft.com/office/officeart/2005/8/layout/hierarchy6"/>
    <dgm:cxn modelId="{E0707AE7-361E-400E-8BE9-98486EF1DAF2}" type="presOf" srcId="{36CD3A87-6A8F-4CD2-882F-7B9D7455C792}" destId="{EF31FD38-D1D8-4BC8-92CB-71AC38A79FF0}" srcOrd="0" destOrd="0" presId="urn:microsoft.com/office/officeart/2005/8/layout/hierarchy6"/>
    <dgm:cxn modelId="{0B235BE8-FEE3-4F4E-AF82-E24D2C8EBB94}" srcId="{269FC7D6-DBC2-4C2D-B6BF-28FF25BAC020}" destId="{E36AA16D-72C6-4312-87AC-37BE78414692}" srcOrd="0" destOrd="0" parTransId="{2E1114D4-D25F-40E3-B203-18C87E05C8B6}" sibTransId="{33321833-EAC9-414A-A0A6-7A4D2716E90C}"/>
    <dgm:cxn modelId="{D4883AF7-1BC8-4D66-90BD-40FCABDF0A21}" srcId="{E8C3756F-AA49-4FDF-937A-C669DF1D49DB}" destId="{269FC7D6-DBC2-4C2D-B6BF-28FF25BAC020}" srcOrd="0" destOrd="0" parTransId="{8F7F7F0C-3A2D-47DA-BFFA-2DC5FE6C6663}" sibTransId="{5C3F7C4E-18A9-41C6-BAD1-D35AA0EDDA27}"/>
    <dgm:cxn modelId="{EB79DAB2-4465-44B4-8CF9-5DD2E4968064}" type="presParOf" srcId="{EC94FF2D-0735-4D87-9EB8-C176EA5C5EC6}" destId="{71E868F0-A939-4D1C-9E55-F8155181F124}" srcOrd="0" destOrd="0" presId="urn:microsoft.com/office/officeart/2005/8/layout/hierarchy6"/>
    <dgm:cxn modelId="{A2557725-D80E-48CA-8E4D-380E4A9FCCBE}" type="presParOf" srcId="{71E868F0-A939-4D1C-9E55-F8155181F124}" destId="{C304D1E6-6297-4779-92DA-1AA561C1CFEF}" srcOrd="0" destOrd="0" presId="urn:microsoft.com/office/officeart/2005/8/layout/hierarchy6"/>
    <dgm:cxn modelId="{F81681FC-14A0-44CC-9AE3-09E634B80636}" type="presParOf" srcId="{C304D1E6-6297-4779-92DA-1AA561C1CFEF}" destId="{1BC7077A-EAEB-4F8A-AF28-688965828B44}" srcOrd="0" destOrd="0" presId="urn:microsoft.com/office/officeart/2005/8/layout/hierarchy6"/>
    <dgm:cxn modelId="{63B1BD88-096C-48B8-B281-9499299399CB}" type="presParOf" srcId="{1BC7077A-EAEB-4F8A-AF28-688965828B44}" destId="{7D903687-9151-4164-A6E5-96843215D23F}" srcOrd="0" destOrd="0" presId="urn:microsoft.com/office/officeart/2005/8/layout/hierarchy6"/>
    <dgm:cxn modelId="{5BA9DC99-B28C-46D5-9BEA-2D7E265FD98A}" type="presParOf" srcId="{1BC7077A-EAEB-4F8A-AF28-688965828B44}" destId="{6962E8B7-97A1-412A-8F93-780A7FC158B3}" srcOrd="1" destOrd="0" presId="urn:microsoft.com/office/officeart/2005/8/layout/hierarchy6"/>
    <dgm:cxn modelId="{0819E5E4-73BC-4D42-972E-A357C63C98F3}" type="presParOf" srcId="{6962E8B7-97A1-412A-8F93-780A7FC158B3}" destId="{53825EB0-CA81-422A-8DD3-29BCFF3B84EB}" srcOrd="0" destOrd="0" presId="urn:microsoft.com/office/officeart/2005/8/layout/hierarchy6"/>
    <dgm:cxn modelId="{5693A302-7065-4BD8-A3D0-B7A5CFD5BBC5}" type="presParOf" srcId="{6962E8B7-97A1-412A-8F93-780A7FC158B3}" destId="{3341354B-70D9-4FA3-B3C6-792D8D0C850D}" srcOrd="1" destOrd="0" presId="urn:microsoft.com/office/officeart/2005/8/layout/hierarchy6"/>
    <dgm:cxn modelId="{18C596EC-3085-4BC3-A70D-32E0D2A393F3}" type="presParOf" srcId="{3341354B-70D9-4FA3-B3C6-792D8D0C850D}" destId="{350ED9F6-440B-4E32-A0D4-449BC00DBDAB}" srcOrd="0" destOrd="0" presId="urn:microsoft.com/office/officeart/2005/8/layout/hierarchy6"/>
    <dgm:cxn modelId="{2224740F-F711-4D60-9F5D-243E45F455DE}" type="presParOf" srcId="{3341354B-70D9-4FA3-B3C6-792D8D0C850D}" destId="{B272B536-761F-48A2-B6F1-85EF6256065E}" srcOrd="1" destOrd="0" presId="urn:microsoft.com/office/officeart/2005/8/layout/hierarchy6"/>
    <dgm:cxn modelId="{40BDB218-F8D9-4EB0-A20C-63A8F8D67EAF}" type="presParOf" srcId="{B272B536-761F-48A2-B6F1-85EF6256065E}" destId="{481DDF7A-BB05-4B68-B84F-82D3C74BA2D2}" srcOrd="0" destOrd="0" presId="urn:microsoft.com/office/officeart/2005/8/layout/hierarchy6"/>
    <dgm:cxn modelId="{63504354-FE7D-4C0D-B4D2-DB8F67B0B224}" type="presParOf" srcId="{B272B536-761F-48A2-B6F1-85EF6256065E}" destId="{393A5523-EF10-4A97-A4F7-2F35A4F0756D}" srcOrd="1" destOrd="0" presId="urn:microsoft.com/office/officeart/2005/8/layout/hierarchy6"/>
    <dgm:cxn modelId="{7E9D91D4-AFED-4292-B851-C93067572BD2}" type="presParOf" srcId="{393A5523-EF10-4A97-A4F7-2F35A4F0756D}" destId="{47AAD2C0-6D40-4BB5-8098-D2A7BDF7D141}" srcOrd="0" destOrd="0" presId="urn:microsoft.com/office/officeart/2005/8/layout/hierarchy6"/>
    <dgm:cxn modelId="{94C181B3-BCEB-4FBF-B3D9-17F39CD3B074}" type="presParOf" srcId="{393A5523-EF10-4A97-A4F7-2F35A4F0756D}" destId="{A4DD4FB7-1157-49A9-AB98-D0C44A4F98E2}" srcOrd="1" destOrd="0" presId="urn:microsoft.com/office/officeart/2005/8/layout/hierarchy6"/>
    <dgm:cxn modelId="{EA246A05-8CA0-4FC2-92A6-647DF5F0556D}" type="presParOf" srcId="{6962E8B7-97A1-412A-8F93-780A7FC158B3}" destId="{93FD9108-758E-479E-BBCB-47AC097687E5}" srcOrd="2" destOrd="0" presId="urn:microsoft.com/office/officeart/2005/8/layout/hierarchy6"/>
    <dgm:cxn modelId="{BBA734E7-352E-4016-94E1-EBC851290DD3}" type="presParOf" srcId="{6962E8B7-97A1-412A-8F93-780A7FC158B3}" destId="{D3485F9D-D06C-433B-847B-3B14C7CC006D}" srcOrd="3" destOrd="0" presId="urn:microsoft.com/office/officeart/2005/8/layout/hierarchy6"/>
    <dgm:cxn modelId="{72CE4626-3CA6-4E9C-8F94-DAB3C1616548}" type="presParOf" srcId="{D3485F9D-D06C-433B-847B-3B14C7CC006D}" destId="{81534FB1-E407-4AB1-9DAB-820CE783D6B8}" srcOrd="0" destOrd="0" presId="urn:microsoft.com/office/officeart/2005/8/layout/hierarchy6"/>
    <dgm:cxn modelId="{294D384E-EB8C-4121-9B79-BC5044702FBD}" type="presParOf" srcId="{D3485F9D-D06C-433B-847B-3B14C7CC006D}" destId="{33492D38-94B4-49C8-B4DB-BF401DCDFCF3}" srcOrd="1" destOrd="0" presId="urn:microsoft.com/office/officeart/2005/8/layout/hierarchy6"/>
    <dgm:cxn modelId="{E98D62EA-3542-4A1C-A7B2-DC17E568C0A8}" type="presParOf" srcId="{33492D38-94B4-49C8-B4DB-BF401DCDFCF3}" destId="{3DA6E130-8660-4E0B-AFCD-891D12A4675D}" srcOrd="0" destOrd="0" presId="urn:microsoft.com/office/officeart/2005/8/layout/hierarchy6"/>
    <dgm:cxn modelId="{807B8C44-1836-4A81-A817-0FCA034D5059}" type="presParOf" srcId="{33492D38-94B4-49C8-B4DB-BF401DCDFCF3}" destId="{203C6888-39D6-4099-BB49-C2195C955FA0}" srcOrd="1" destOrd="0" presId="urn:microsoft.com/office/officeart/2005/8/layout/hierarchy6"/>
    <dgm:cxn modelId="{E835262E-6778-4E6B-979C-746C89D3A522}" type="presParOf" srcId="{203C6888-39D6-4099-BB49-C2195C955FA0}" destId="{EF31FD38-D1D8-4BC8-92CB-71AC38A79FF0}" srcOrd="0" destOrd="0" presId="urn:microsoft.com/office/officeart/2005/8/layout/hierarchy6"/>
    <dgm:cxn modelId="{E875D48B-23A0-46B5-A92D-90A399A9058F}" type="presParOf" srcId="{203C6888-39D6-4099-BB49-C2195C955FA0}" destId="{356C4AD5-FFEB-415B-BBD9-E163644171D0}" srcOrd="1" destOrd="0" presId="urn:microsoft.com/office/officeart/2005/8/layout/hierarchy6"/>
    <dgm:cxn modelId="{6724910C-8D72-47FF-914B-8124151B2752}" type="presParOf" srcId="{EC94FF2D-0735-4D87-9EB8-C176EA5C5EC6}" destId="{187C13F2-2591-4571-BC27-EE91350F69A7}"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903687-9151-4164-A6E5-96843215D23F}">
      <dsp:nvSpPr>
        <dsp:cNvPr id="0" name=""/>
        <dsp:cNvSpPr/>
      </dsp:nvSpPr>
      <dsp:spPr>
        <a:xfrm>
          <a:off x="1590931" y="114978"/>
          <a:ext cx="4025696" cy="63648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PE" sz="2800" b="0" kern="1200" spc="-50" baseline="0">
              <a:solidFill>
                <a:srgbClr val="0070C0"/>
              </a:solidFill>
              <a:latin typeface="Algerian" panose="04020705040A02060702" pitchFamily="82" charset="0"/>
              <a:ea typeface="+mj-ea"/>
              <a:cs typeface="Calibri" panose="020F0502020204030204" pitchFamily="34" charset="0"/>
            </a:rPr>
            <a:t>CLASIFICACION</a:t>
          </a:r>
          <a:endParaRPr lang="es-PE" sz="2800" b="0" kern="1200" spc="-50" baseline="0" dirty="0">
            <a:solidFill>
              <a:srgbClr val="0070C0"/>
            </a:solidFill>
            <a:latin typeface="Algerian" panose="04020705040A02060702" pitchFamily="82" charset="0"/>
            <a:ea typeface="+mj-ea"/>
            <a:cs typeface="Calibri" panose="020F0502020204030204" pitchFamily="34" charset="0"/>
          </a:endParaRPr>
        </a:p>
      </dsp:txBody>
      <dsp:txXfrm>
        <a:off x="1609573" y="133620"/>
        <a:ext cx="3988412" cy="599203"/>
      </dsp:txXfrm>
    </dsp:sp>
    <dsp:sp modelId="{53825EB0-CA81-422A-8DD3-29BCFF3B84EB}">
      <dsp:nvSpPr>
        <dsp:cNvPr id="0" name=""/>
        <dsp:cNvSpPr/>
      </dsp:nvSpPr>
      <dsp:spPr>
        <a:xfrm>
          <a:off x="1944157" y="751466"/>
          <a:ext cx="1659621" cy="461716"/>
        </a:xfrm>
        <a:custGeom>
          <a:avLst/>
          <a:gdLst/>
          <a:ahLst/>
          <a:cxnLst/>
          <a:rect l="0" t="0" r="0" b="0"/>
          <a:pathLst>
            <a:path>
              <a:moveTo>
                <a:pt x="1659621" y="0"/>
              </a:moveTo>
              <a:lnTo>
                <a:pt x="1659621" y="230858"/>
              </a:lnTo>
              <a:lnTo>
                <a:pt x="0" y="230858"/>
              </a:lnTo>
              <a:lnTo>
                <a:pt x="0" y="46171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0ED9F6-440B-4E32-A0D4-449BC00DBDAB}">
      <dsp:nvSpPr>
        <dsp:cNvPr id="0" name=""/>
        <dsp:cNvSpPr/>
      </dsp:nvSpPr>
      <dsp:spPr>
        <a:xfrm>
          <a:off x="467786" y="1213183"/>
          <a:ext cx="2952741" cy="624252"/>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PE" sz="2400" kern="1200" spc="-50" baseline="0" dirty="0">
              <a:latin typeface="+mj-lt"/>
              <a:ea typeface="+mj-ea"/>
              <a:cs typeface="+mj-cs"/>
            </a:rPr>
            <a:t>NOMINAL</a:t>
          </a:r>
          <a:r>
            <a:rPr lang="es-PE" sz="2800" kern="1200" spc="-50" baseline="0" dirty="0">
              <a:latin typeface="+mj-lt"/>
              <a:ea typeface="+mj-ea"/>
              <a:cs typeface="+mj-cs"/>
            </a:rPr>
            <a:t> </a:t>
          </a:r>
        </a:p>
      </dsp:txBody>
      <dsp:txXfrm>
        <a:off x="486070" y="1231467"/>
        <a:ext cx="2916173" cy="587684"/>
      </dsp:txXfrm>
    </dsp:sp>
    <dsp:sp modelId="{481DDF7A-BB05-4B68-B84F-82D3C74BA2D2}">
      <dsp:nvSpPr>
        <dsp:cNvPr id="0" name=""/>
        <dsp:cNvSpPr/>
      </dsp:nvSpPr>
      <dsp:spPr>
        <a:xfrm>
          <a:off x="1898437" y="1837435"/>
          <a:ext cx="91440" cy="461716"/>
        </a:xfrm>
        <a:custGeom>
          <a:avLst/>
          <a:gdLst/>
          <a:ahLst/>
          <a:cxnLst/>
          <a:rect l="0" t="0" r="0" b="0"/>
          <a:pathLst>
            <a:path>
              <a:moveTo>
                <a:pt x="45720" y="0"/>
              </a:moveTo>
              <a:lnTo>
                <a:pt x="45720" y="461716"/>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AAD2C0-6D40-4BB5-8098-D2A7BDF7D141}">
      <dsp:nvSpPr>
        <dsp:cNvPr id="0" name=""/>
        <dsp:cNvSpPr/>
      </dsp:nvSpPr>
      <dsp:spPr>
        <a:xfrm>
          <a:off x="467786" y="2299152"/>
          <a:ext cx="2952741" cy="2626429"/>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s-PE" sz="2000" kern="1200" spc="-50" baseline="0" dirty="0">
              <a:latin typeface="Calibri" panose="020F0502020204030204" pitchFamily="34" charset="0"/>
              <a:ea typeface="+mj-ea"/>
              <a:cs typeface="Calibri" panose="020F0502020204030204" pitchFamily="34" charset="0"/>
            </a:rPr>
            <a:t>Es una variable cualitativa la cual sólo permite asignar nombres a los datos y no implica ningún orden. </a:t>
          </a:r>
        </a:p>
        <a:p>
          <a:pPr marL="0" lvl="0" indent="0" algn="just" defTabSz="889000">
            <a:lnSpc>
              <a:spcPct val="90000"/>
            </a:lnSpc>
            <a:spcBef>
              <a:spcPct val="0"/>
            </a:spcBef>
            <a:spcAft>
              <a:spcPct val="35000"/>
            </a:spcAft>
            <a:buNone/>
          </a:pPr>
          <a:r>
            <a:rPr lang="es-PE" sz="2000" kern="1200" spc="-50" baseline="0" dirty="0">
              <a:latin typeface="Calibri" panose="020F0502020204030204" pitchFamily="34" charset="0"/>
              <a:ea typeface="+mj-ea"/>
              <a:cs typeface="Calibri" panose="020F0502020204030204" pitchFamily="34" charset="0"/>
            </a:rPr>
            <a:t>Ej. el idioma de los habitantes de la tierra</a:t>
          </a:r>
        </a:p>
      </dsp:txBody>
      <dsp:txXfrm>
        <a:off x="544711" y="2376077"/>
        <a:ext cx="2798891" cy="2472579"/>
      </dsp:txXfrm>
    </dsp:sp>
    <dsp:sp modelId="{93FD9108-758E-479E-BBCB-47AC097687E5}">
      <dsp:nvSpPr>
        <dsp:cNvPr id="0" name=""/>
        <dsp:cNvSpPr/>
      </dsp:nvSpPr>
      <dsp:spPr>
        <a:xfrm>
          <a:off x="3603779" y="751466"/>
          <a:ext cx="1768711" cy="461716"/>
        </a:xfrm>
        <a:custGeom>
          <a:avLst/>
          <a:gdLst/>
          <a:ahLst/>
          <a:cxnLst/>
          <a:rect l="0" t="0" r="0" b="0"/>
          <a:pathLst>
            <a:path>
              <a:moveTo>
                <a:pt x="0" y="0"/>
              </a:moveTo>
              <a:lnTo>
                <a:pt x="0" y="230858"/>
              </a:lnTo>
              <a:lnTo>
                <a:pt x="1768711" y="230858"/>
              </a:lnTo>
              <a:lnTo>
                <a:pt x="1768711" y="46171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534FB1-E407-4AB1-9DAB-820CE783D6B8}">
      <dsp:nvSpPr>
        <dsp:cNvPr id="0" name=""/>
        <dsp:cNvSpPr/>
      </dsp:nvSpPr>
      <dsp:spPr>
        <a:xfrm>
          <a:off x="4005208" y="1213183"/>
          <a:ext cx="2734563" cy="540012"/>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altLang="es-PE" sz="2400" kern="1200" spc="-50" baseline="0" dirty="0">
              <a:latin typeface="+mj-lt"/>
              <a:ea typeface="+mj-ea"/>
              <a:cs typeface="+mj-cs"/>
            </a:rPr>
            <a:t>ORDINAL</a:t>
          </a:r>
          <a:endParaRPr lang="es-PE" sz="2400" kern="1200" spc="-50" baseline="0" dirty="0">
            <a:latin typeface="+mj-lt"/>
            <a:ea typeface="+mj-ea"/>
            <a:cs typeface="+mj-cs"/>
          </a:endParaRPr>
        </a:p>
      </dsp:txBody>
      <dsp:txXfrm>
        <a:off x="4021024" y="1228999"/>
        <a:ext cx="2702931" cy="508380"/>
      </dsp:txXfrm>
    </dsp:sp>
    <dsp:sp modelId="{3DA6E130-8660-4E0B-AFCD-891D12A4675D}">
      <dsp:nvSpPr>
        <dsp:cNvPr id="0" name=""/>
        <dsp:cNvSpPr/>
      </dsp:nvSpPr>
      <dsp:spPr>
        <a:xfrm>
          <a:off x="5326770" y="1753195"/>
          <a:ext cx="91440" cy="551058"/>
        </a:xfrm>
        <a:custGeom>
          <a:avLst/>
          <a:gdLst/>
          <a:ahLst/>
          <a:cxnLst/>
          <a:rect l="0" t="0" r="0" b="0"/>
          <a:pathLst>
            <a:path>
              <a:moveTo>
                <a:pt x="45720" y="0"/>
              </a:moveTo>
              <a:lnTo>
                <a:pt x="45720" y="275529"/>
              </a:lnTo>
              <a:lnTo>
                <a:pt x="66202" y="275529"/>
              </a:lnTo>
              <a:lnTo>
                <a:pt x="66202" y="551058"/>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31FD38-D1D8-4BC8-92CB-71AC38A79FF0}">
      <dsp:nvSpPr>
        <dsp:cNvPr id="0" name=""/>
        <dsp:cNvSpPr/>
      </dsp:nvSpPr>
      <dsp:spPr>
        <a:xfrm>
          <a:off x="3960442" y="2304254"/>
          <a:ext cx="2865061" cy="2615174"/>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s-PE" sz="2000" kern="1200" spc="-50" baseline="0" dirty="0">
              <a:latin typeface="Calibri" panose="020F0502020204030204" pitchFamily="34" charset="0"/>
              <a:ea typeface="+mj-ea"/>
              <a:cs typeface="Calibri" panose="020F0502020204030204" pitchFamily="34" charset="0"/>
            </a:rPr>
            <a:t>Es una variable cualitativa cuyos valores solamente pueden ser ordenados con algún criterio (de mayor a menor o viceversa) . Ejm. </a:t>
          </a:r>
        </a:p>
        <a:p>
          <a:pPr marL="0" lvl="0" indent="0" algn="just" defTabSz="889000">
            <a:lnSpc>
              <a:spcPct val="90000"/>
            </a:lnSpc>
            <a:spcBef>
              <a:spcPct val="0"/>
            </a:spcBef>
            <a:spcAft>
              <a:spcPct val="35000"/>
            </a:spcAft>
            <a:buNone/>
          </a:pPr>
          <a:r>
            <a:rPr lang="es-PE" sz="2000" kern="1200" spc="-50" baseline="0" dirty="0">
              <a:latin typeface="Calibri" panose="020F0502020204030204" pitchFamily="34" charset="0"/>
              <a:ea typeface="+mj-ea"/>
              <a:cs typeface="Calibri" panose="020F0502020204030204" pitchFamily="34" charset="0"/>
            </a:rPr>
            <a:t>El nivel socioeconómico: alto, medio, bajo</a:t>
          </a:r>
        </a:p>
      </dsp:txBody>
      <dsp:txXfrm>
        <a:off x="4037038" y="2380850"/>
        <a:ext cx="2711869" cy="24619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903687-9151-4164-A6E5-96843215D23F}">
      <dsp:nvSpPr>
        <dsp:cNvPr id="0" name=""/>
        <dsp:cNvSpPr/>
      </dsp:nvSpPr>
      <dsp:spPr>
        <a:xfrm>
          <a:off x="2241473" y="63919"/>
          <a:ext cx="2713822" cy="833947"/>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PE" sz="2800" b="0" kern="1200" spc="-50" baseline="0" dirty="0">
              <a:solidFill>
                <a:srgbClr val="0070C0"/>
              </a:solidFill>
              <a:latin typeface="Calibri" panose="020F0502020204030204" pitchFamily="34" charset="0"/>
              <a:ea typeface="+mj-ea"/>
              <a:cs typeface="Calibri" panose="020F0502020204030204" pitchFamily="34" charset="0"/>
            </a:rPr>
            <a:t>CLASIFICACIÓN</a:t>
          </a:r>
          <a:r>
            <a:rPr lang="es-PE" sz="2400" b="1" kern="1200" spc="-50" baseline="0" dirty="0">
              <a:solidFill>
                <a:srgbClr val="CC3300"/>
              </a:solidFill>
              <a:latin typeface="+mj-lt"/>
              <a:ea typeface="+mj-ea"/>
              <a:cs typeface="+mj-cs"/>
            </a:rPr>
            <a:t> </a:t>
          </a:r>
        </a:p>
      </dsp:txBody>
      <dsp:txXfrm>
        <a:off x="2265898" y="88344"/>
        <a:ext cx="2664972" cy="785097"/>
      </dsp:txXfrm>
    </dsp:sp>
    <dsp:sp modelId="{53825EB0-CA81-422A-8DD3-29BCFF3B84EB}">
      <dsp:nvSpPr>
        <dsp:cNvPr id="0" name=""/>
        <dsp:cNvSpPr/>
      </dsp:nvSpPr>
      <dsp:spPr>
        <a:xfrm>
          <a:off x="1817065" y="897866"/>
          <a:ext cx="1781318" cy="454077"/>
        </a:xfrm>
        <a:custGeom>
          <a:avLst/>
          <a:gdLst/>
          <a:ahLst/>
          <a:cxnLst/>
          <a:rect l="0" t="0" r="0" b="0"/>
          <a:pathLst>
            <a:path>
              <a:moveTo>
                <a:pt x="1781318" y="0"/>
              </a:moveTo>
              <a:lnTo>
                <a:pt x="1781318" y="227038"/>
              </a:lnTo>
              <a:lnTo>
                <a:pt x="0" y="227038"/>
              </a:lnTo>
              <a:lnTo>
                <a:pt x="0" y="454077"/>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0ED9F6-440B-4E32-A0D4-449BC00DBDAB}">
      <dsp:nvSpPr>
        <dsp:cNvPr id="0" name=""/>
        <dsp:cNvSpPr/>
      </dsp:nvSpPr>
      <dsp:spPr>
        <a:xfrm>
          <a:off x="365122" y="1351944"/>
          <a:ext cx="2903887" cy="523051"/>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PE" sz="2800" kern="1200" spc="-50" baseline="0" dirty="0">
              <a:latin typeface="+mj-lt"/>
              <a:ea typeface="+mj-ea"/>
              <a:cs typeface="+mj-cs"/>
            </a:rPr>
            <a:t>DISCRETA</a:t>
          </a:r>
        </a:p>
      </dsp:txBody>
      <dsp:txXfrm>
        <a:off x="380442" y="1367264"/>
        <a:ext cx="2873247" cy="492411"/>
      </dsp:txXfrm>
    </dsp:sp>
    <dsp:sp modelId="{481DDF7A-BB05-4B68-B84F-82D3C74BA2D2}">
      <dsp:nvSpPr>
        <dsp:cNvPr id="0" name=""/>
        <dsp:cNvSpPr/>
      </dsp:nvSpPr>
      <dsp:spPr>
        <a:xfrm>
          <a:off x="1771345" y="1874996"/>
          <a:ext cx="91440" cy="454077"/>
        </a:xfrm>
        <a:custGeom>
          <a:avLst/>
          <a:gdLst/>
          <a:ahLst/>
          <a:cxnLst/>
          <a:rect l="0" t="0" r="0" b="0"/>
          <a:pathLst>
            <a:path>
              <a:moveTo>
                <a:pt x="45720" y="0"/>
              </a:moveTo>
              <a:lnTo>
                <a:pt x="45720" y="454077"/>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AAD2C0-6D40-4BB5-8098-D2A7BDF7D141}">
      <dsp:nvSpPr>
        <dsp:cNvPr id="0" name=""/>
        <dsp:cNvSpPr/>
      </dsp:nvSpPr>
      <dsp:spPr>
        <a:xfrm>
          <a:off x="221900" y="2329073"/>
          <a:ext cx="3190331" cy="2647566"/>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100000"/>
            </a:lnSpc>
            <a:spcBef>
              <a:spcPct val="0"/>
            </a:spcBef>
            <a:spcAft>
              <a:spcPct val="35000"/>
            </a:spcAft>
            <a:buNone/>
          </a:pPr>
          <a:r>
            <a:rPr lang="es-PE" sz="2000" kern="1200" spc="-50" baseline="0" dirty="0">
              <a:latin typeface="Calibri" panose="020F0502020204030204" pitchFamily="34" charset="0"/>
              <a:ea typeface="+mj-ea"/>
              <a:cs typeface="Calibri" panose="020F0502020204030204" pitchFamily="34" charset="0"/>
            </a:rPr>
            <a:t>Cuando no admiten siempre una modalidad intermedia entre dos cualesquiera de sus modalidades. Un ejemplo es el número de hijos en una familias: 0, 1, 2, 3; número alumnos, etc.</a:t>
          </a:r>
        </a:p>
      </dsp:txBody>
      <dsp:txXfrm>
        <a:off x="299445" y="2406618"/>
        <a:ext cx="3035241" cy="2492476"/>
      </dsp:txXfrm>
    </dsp:sp>
    <dsp:sp modelId="{93FD9108-758E-479E-BBCB-47AC097687E5}">
      <dsp:nvSpPr>
        <dsp:cNvPr id="0" name=""/>
        <dsp:cNvSpPr/>
      </dsp:nvSpPr>
      <dsp:spPr>
        <a:xfrm>
          <a:off x="3598384" y="897866"/>
          <a:ext cx="1888603" cy="454077"/>
        </a:xfrm>
        <a:custGeom>
          <a:avLst/>
          <a:gdLst/>
          <a:ahLst/>
          <a:cxnLst/>
          <a:rect l="0" t="0" r="0" b="0"/>
          <a:pathLst>
            <a:path>
              <a:moveTo>
                <a:pt x="0" y="0"/>
              </a:moveTo>
              <a:lnTo>
                <a:pt x="0" y="227038"/>
              </a:lnTo>
              <a:lnTo>
                <a:pt x="1888603" y="227038"/>
              </a:lnTo>
              <a:lnTo>
                <a:pt x="1888603" y="454077"/>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534FB1-E407-4AB1-9DAB-820CE783D6B8}">
      <dsp:nvSpPr>
        <dsp:cNvPr id="0" name=""/>
        <dsp:cNvSpPr/>
      </dsp:nvSpPr>
      <dsp:spPr>
        <a:xfrm>
          <a:off x="4142328" y="1351944"/>
          <a:ext cx="2689319" cy="462205"/>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altLang="es-PE" sz="2400" kern="1200" spc="-50" baseline="0" dirty="0">
              <a:latin typeface="+mj-lt"/>
              <a:ea typeface="+mj-ea"/>
              <a:cs typeface="+mj-cs"/>
            </a:rPr>
            <a:t>CONTINUA</a:t>
          </a:r>
          <a:endParaRPr lang="es-PE" sz="2400" kern="1200" spc="-50" baseline="0" dirty="0">
            <a:latin typeface="+mj-lt"/>
            <a:ea typeface="+mj-ea"/>
            <a:cs typeface="+mj-cs"/>
          </a:endParaRPr>
        </a:p>
      </dsp:txBody>
      <dsp:txXfrm>
        <a:off x="4155866" y="1365482"/>
        <a:ext cx="2662243" cy="435129"/>
      </dsp:txXfrm>
    </dsp:sp>
    <dsp:sp modelId="{3DA6E130-8660-4E0B-AFCD-891D12A4675D}">
      <dsp:nvSpPr>
        <dsp:cNvPr id="0" name=""/>
        <dsp:cNvSpPr/>
      </dsp:nvSpPr>
      <dsp:spPr>
        <a:xfrm>
          <a:off x="5441268" y="1814149"/>
          <a:ext cx="91440" cy="492719"/>
        </a:xfrm>
        <a:custGeom>
          <a:avLst/>
          <a:gdLst/>
          <a:ahLst/>
          <a:cxnLst/>
          <a:rect l="0" t="0" r="0" b="0"/>
          <a:pathLst>
            <a:path>
              <a:moveTo>
                <a:pt x="45720" y="0"/>
              </a:moveTo>
              <a:lnTo>
                <a:pt x="45720" y="492719"/>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31FD38-D1D8-4BC8-92CB-71AC38A79FF0}">
      <dsp:nvSpPr>
        <dsp:cNvPr id="0" name=""/>
        <dsp:cNvSpPr/>
      </dsp:nvSpPr>
      <dsp:spPr>
        <a:xfrm>
          <a:off x="3923068" y="2306869"/>
          <a:ext cx="3127838" cy="2653390"/>
        </a:xfrm>
        <a:prstGeom prst="roundRect">
          <a:avLst>
            <a:gd name="adj" fmla="val 10000"/>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100000"/>
            </a:lnSpc>
            <a:spcBef>
              <a:spcPct val="0"/>
            </a:spcBef>
            <a:spcAft>
              <a:spcPct val="35000"/>
            </a:spcAft>
            <a:buNone/>
          </a:pPr>
          <a:r>
            <a:rPr lang="es-PE" sz="2000" kern="1200" spc="-50" baseline="0" dirty="0">
              <a:latin typeface="Calibri" panose="020F0502020204030204" pitchFamily="34" charset="0"/>
              <a:ea typeface="+mj-ea"/>
              <a:cs typeface="Calibri" panose="020F0502020204030204" pitchFamily="34" charset="0"/>
            </a:rPr>
            <a:t>Cuando admiten una modalidad intermedia entre dos cualesquiera de sus modalidades, Ejm. Producción de leche, salario, peso, volumen, etc.</a:t>
          </a:r>
        </a:p>
      </dsp:txBody>
      <dsp:txXfrm>
        <a:off x="4000783" y="2384584"/>
        <a:ext cx="2972408" cy="24979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0288286-6DF3-42DE-B0D7-7EAD9D5501E0}"/>
              </a:ext>
            </a:extLst>
          </p:cNvPr>
          <p:cNvSpPr>
            <a:spLocks noGrp="1" noChangeArrowheads="1"/>
          </p:cNvSpPr>
          <p:nvPr>
            <p:ph type="hdr" sz="quarter"/>
          </p:nvPr>
        </p:nvSpPr>
        <p:spPr bwMode="auto">
          <a:xfrm>
            <a:off x="0" y="0"/>
            <a:ext cx="2938463"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b="0">
                <a:effectLst>
                  <a:outerShdw blurRad="38100" dist="38100" dir="2700000" algn="tl">
                    <a:srgbClr val="C0C0C0"/>
                  </a:outerShdw>
                </a:effectLst>
                <a:latin typeface="Times New Roman" pitchFamily="18" charset="0"/>
              </a:defRPr>
            </a:lvl1pPr>
          </a:lstStyle>
          <a:p>
            <a:pPr>
              <a:defRPr/>
            </a:pPr>
            <a:endParaRPr lang="es-ES"/>
          </a:p>
        </p:txBody>
      </p:sp>
      <p:sp>
        <p:nvSpPr>
          <p:cNvPr id="4099" name="Rectangle 3">
            <a:extLst>
              <a:ext uri="{FF2B5EF4-FFF2-40B4-BE49-F238E27FC236}">
                <a16:creationId xmlns:a16="http://schemas.microsoft.com/office/drawing/2014/main" id="{DB9D759C-8965-4E6C-90B3-6318E8825FE8}"/>
              </a:ext>
            </a:extLst>
          </p:cNvPr>
          <p:cNvSpPr>
            <a:spLocks noGrp="1" noChangeArrowheads="1"/>
          </p:cNvSpPr>
          <p:nvPr>
            <p:ph type="dt" idx="1"/>
          </p:nvPr>
        </p:nvSpPr>
        <p:spPr bwMode="auto">
          <a:xfrm>
            <a:off x="3843338" y="0"/>
            <a:ext cx="2938462"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b="0">
                <a:effectLst>
                  <a:outerShdw blurRad="38100" dist="38100" dir="2700000" algn="tl">
                    <a:srgbClr val="C0C0C0"/>
                  </a:outerShdw>
                </a:effectLst>
                <a:latin typeface="Times New Roman" pitchFamily="18" charset="0"/>
              </a:defRPr>
            </a:lvl1pPr>
          </a:lstStyle>
          <a:p>
            <a:pPr>
              <a:defRPr/>
            </a:pPr>
            <a:endParaRPr lang="es-ES"/>
          </a:p>
        </p:txBody>
      </p:sp>
      <p:sp>
        <p:nvSpPr>
          <p:cNvPr id="15364" name="Rectangle 4"/>
          <p:cNvSpPr>
            <a:spLocks noGrp="1" noRot="1" noChangeAspect="1" noChangeArrowheads="1" noTextEdit="1"/>
          </p:cNvSpPr>
          <p:nvPr>
            <p:ph type="sldImg" idx="2"/>
          </p:nvPr>
        </p:nvSpPr>
        <p:spPr bwMode="auto">
          <a:xfrm>
            <a:off x="909638" y="744538"/>
            <a:ext cx="4964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5A56DC57-71D1-4E6B-9397-8BBA88D2F29B}"/>
              </a:ext>
            </a:extLst>
          </p:cNvPr>
          <p:cNvSpPr>
            <a:spLocks noGrp="1" noChangeArrowheads="1"/>
          </p:cNvSpPr>
          <p:nvPr>
            <p:ph type="body" sz="quarter" idx="3"/>
          </p:nvPr>
        </p:nvSpPr>
        <p:spPr bwMode="auto">
          <a:xfrm>
            <a:off x="904875" y="4714875"/>
            <a:ext cx="4972050"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4102" name="Rectangle 6">
            <a:extLst>
              <a:ext uri="{FF2B5EF4-FFF2-40B4-BE49-F238E27FC236}">
                <a16:creationId xmlns:a16="http://schemas.microsoft.com/office/drawing/2014/main" id="{703D34C2-9D11-478A-8D7E-6C9E7E426742}"/>
              </a:ext>
            </a:extLst>
          </p:cNvPr>
          <p:cNvSpPr>
            <a:spLocks noGrp="1" noChangeArrowheads="1"/>
          </p:cNvSpPr>
          <p:nvPr>
            <p:ph type="ftr" sz="quarter" idx="4"/>
          </p:nvPr>
        </p:nvSpPr>
        <p:spPr bwMode="auto">
          <a:xfrm>
            <a:off x="0" y="9429750"/>
            <a:ext cx="2938463"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b="0">
                <a:effectLst>
                  <a:outerShdw blurRad="38100" dist="38100" dir="2700000" algn="tl">
                    <a:srgbClr val="C0C0C0"/>
                  </a:outerShdw>
                </a:effectLst>
                <a:latin typeface="Times New Roman" pitchFamily="18" charset="0"/>
              </a:defRPr>
            </a:lvl1pPr>
          </a:lstStyle>
          <a:p>
            <a:pPr>
              <a:defRPr/>
            </a:pPr>
            <a:endParaRPr lang="es-ES"/>
          </a:p>
        </p:txBody>
      </p:sp>
      <p:sp>
        <p:nvSpPr>
          <p:cNvPr id="4103" name="Rectangle 7">
            <a:extLst>
              <a:ext uri="{FF2B5EF4-FFF2-40B4-BE49-F238E27FC236}">
                <a16:creationId xmlns:a16="http://schemas.microsoft.com/office/drawing/2014/main" id="{1C133A4B-CA31-43C1-BD03-C8C5C2D5D2B8}"/>
              </a:ext>
            </a:extLst>
          </p:cNvPr>
          <p:cNvSpPr>
            <a:spLocks noGrp="1" noChangeArrowheads="1"/>
          </p:cNvSpPr>
          <p:nvPr>
            <p:ph type="sldNum" sz="quarter" idx="5"/>
          </p:nvPr>
        </p:nvSpPr>
        <p:spPr bwMode="auto">
          <a:xfrm>
            <a:off x="3843338" y="9429750"/>
            <a:ext cx="2938462"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defRPr sz="1200" b="0">
                <a:effectLst>
                  <a:outerShdw blurRad="38100" dist="38100" dir="2700000" algn="tl">
                    <a:srgbClr val="C0C0C0"/>
                  </a:outerShdw>
                </a:effectLst>
                <a:latin typeface="Times New Roman" panose="02020603050405020304" pitchFamily="18" charset="0"/>
              </a:defRPr>
            </a:lvl1pPr>
          </a:lstStyle>
          <a:p>
            <a:pPr>
              <a:defRPr/>
            </a:pPr>
            <a:fld id="{C0E7937D-DA7F-41E6-B679-182CF8A62693}" type="slidenum">
              <a:rPr lang="es-ES"/>
              <a:pPr>
                <a:defRPr/>
              </a:pPr>
              <a:t>‹Nº›</a:t>
            </a:fld>
            <a:endParaRPr 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 name="Group 17"/>
          <p:cNvGrpSpPr>
            <a:grpSpLocks/>
          </p:cNvGrpSpPr>
          <p:nvPr/>
        </p:nvGrpSpPr>
        <p:grpSpPr bwMode="auto">
          <a:xfrm>
            <a:off x="0" y="0"/>
            <a:ext cx="9144000" cy="6858000"/>
            <a:chOff x="0" y="0"/>
            <a:chExt cx="9144677" cy="6858000"/>
          </a:xfrm>
        </p:grpSpPr>
        <p:pic>
          <p:nvPicPr>
            <p:cNvPr id="5"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0">
              <a:extLst>
                <a:ext uri="{FF2B5EF4-FFF2-40B4-BE49-F238E27FC236}">
                  <a16:creationId xmlns:a16="http://schemas.microsoft.com/office/drawing/2014/main" id="{2F586304-8396-4360-995C-395D9C848639}"/>
                </a:ext>
              </a:extLst>
            </p:cNvPr>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7" name="Picture 11"/>
            <p:cNvPicPr>
              <a:picLocks noChangeAspect="1"/>
            </p:cNvPicPr>
            <p:nvPr/>
          </p:nvPicPr>
          <p:blipFill>
            <a:blip r:embed="rId3">
              <a:extLst>
                <a:ext uri="{28A0092B-C50C-407E-A947-70E740481C1C}">
                  <a14:useLocalDpi xmlns:a14="http://schemas.microsoft.com/office/drawing/2010/main" val="0"/>
                </a:ext>
              </a:extLst>
            </a:blip>
            <a:srcRect l="-2" r="47958"/>
            <a:stretch>
              <a:fillRect/>
            </a:stretch>
          </p:blipFill>
          <p:spPr bwMode="auto">
            <a:xfrm>
              <a:off x="0" y="3128434"/>
              <a:ext cx="1664208" cy="612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2"/>
            <p:cNvPicPr>
              <a:picLocks noChangeAspect="1"/>
            </p:cNvPicPr>
            <p:nvPr/>
          </p:nvPicPr>
          <p:blipFill>
            <a:blip r:embed="rId3">
              <a:extLst>
                <a:ext uri="{28A0092B-C50C-407E-A947-70E740481C1C}">
                  <a14:useLocalDpi xmlns:a14="http://schemas.microsoft.com/office/drawing/2010/main" val="0"/>
                </a:ext>
              </a:extLst>
            </a:blip>
            <a:srcRect l="-2" r="47958"/>
            <a:stretch>
              <a:fillRect/>
            </a:stretch>
          </p:blipFill>
          <p:spPr bwMode="auto">
            <a:xfrm>
              <a:off x="7480469" y="3128434"/>
              <a:ext cx="1664208" cy="612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9" name="Straight Connector 14">
            <a:extLst>
              <a:ext uri="{FF2B5EF4-FFF2-40B4-BE49-F238E27FC236}">
                <a16:creationId xmlns:a16="http://schemas.microsoft.com/office/drawing/2014/main" id="{DC0F9D49-997D-430D-ADDE-A5B1BFFC6B2E}"/>
              </a:ext>
            </a:extLst>
          </p:cNvPr>
          <p:cNvCxnSpPr/>
          <p:nvPr/>
        </p:nvCxnSpPr>
        <p:spPr>
          <a:xfrm>
            <a:off x="2019300" y="3471863"/>
            <a:ext cx="511333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921934" y="3598327"/>
            <a:ext cx="5308866" cy="1377651"/>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10" name="Date Placeholder 3">
            <a:extLst>
              <a:ext uri="{FF2B5EF4-FFF2-40B4-BE49-F238E27FC236}">
                <a16:creationId xmlns:a16="http://schemas.microsoft.com/office/drawing/2014/main" id="{EADFDDAD-C590-4776-B9C7-6A1090DBCDC1}"/>
              </a:ext>
            </a:extLst>
          </p:cNvPr>
          <p:cNvSpPr>
            <a:spLocks noGrp="1"/>
          </p:cNvSpPr>
          <p:nvPr>
            <p:ph type="dt" sz="half" idx="10"/>
          </p:nvPr>
        </p:nvSpPr>
        <p:spPr>
          <a:xfrm>
            <a:off x="6065838" y="5054600"/>
            <a:ext cx="673100" cy="279400"/>
          </a:xfrm>
        </p:spPr>
        <p:txBody>
          <a:bodyPr/>
          <a:lstStyle>
            <a:lvl1pPr>
              <a:defRPr/>
            </a:lvl1pPr>
          </a:lstStyle>
          <a:p>
            <a:pPr>
              <a:defRPr/>
            </a:pPr>
            <a:endParaRPr lang="es-ES"/>
          </a:p>
        </p:txBody>
      </p:sp>
      <p:sp>
        <p:nvSpPr>
          <p:cNvPr id="11" name="Footer Placeholder 4">
            <a:extLst>
              <a:ext uri="{FF2B5EF4-FFF2-40B4-BE49-F238E27FC236}">
                <a16:creationId xmlns:a16="http://schemas.microsoft.com/office/drawing/2014/main" id="{3E731F26-4C5D-4037-887A-C389E601438F}"/>
              </a:ext>
            </a:extLst>
          </p:cNvPr>
          <p:cNvSpPr>
            <a:spLocks noGrp="1"/>
          </p:cNvSpPr>
          <p:nvPr>
            <p:ph type="ftr" sz="quarter" idx="11"/>
          </p:nvPr>
        </p:nvSpPr>
        <p:spPr>
          <a:xfrm>
            <a:off x="1922463" y="5054600"/>
            <a:ext cx="4064000" cy="279400"/>
          </a:xfrm>
        </p:spPr>
        <p:txBody>
          <a:bodyPr/>
          <a:lstStyle>
            <a:lvl1pPr>
              <a:defRPr/>
            </a:lvl1pPr>
          </a:lstStyle>
          <a:p>
            <a:pPr>
              <a:defRPr/>
            </a:pPr>
            <a:endParaRPr lang="es-ES"/>
          </a:p>
        </p:txBody>
      </p:sp>
      <p:sp>
        <p:nvSpPr>
          <p:cNvPr id="12" name="Slide Number Placeholder 5">
            <a:extLst>
              <a:ext uri="{FF2B5EF4-FFF2-40B4-BE49-F238E27FC236}">
                <a16:creationId xmlns:a16="http://schemas.microsoft.com/office/drawing/2014/main" id="{108A9108-439D-4662-A626-ADDBBD9127E7}"/>
              </a:ext>
            </a:extLst>
          </p:cNvPr>
          <p:cNvSpPr>
            <a:spLocks noGrp="1"/>
          </p:cNvSpPr>
          <p:nvPr>
            <p:ph type="sldNum" sz="quarter" idx="12"/>
          </p:nvPr>
        </p:nvSpPr>
        <p:spPr>
          <a:xfrm>
            <a:off x="6816725" y="5054600"/>
            <a:ext cx="414338" cy="279400"/>
          </a:xfrm>
        </p:spPr>
        <p:txBody>
          <a:bodyPr/>
          <a:lstStyle>
            <a:lvl1pPr>
              <a:defRPr/>
            </a:lvl1pPr>
          </a:lstStyle>
          <a:p>
            <a:pPr>
              <a:defRPr/>
            </a:pPr>
            <a:fld id="{C13646FE-E6D7-4FD4-B77F-4DD9252F21E8}" type="slidenum">
              <a:rPr lang="es-ES"/>
              <a:pPr>
                <a:defRPr/>
              </a:pPr>
              <a:t>‹Nº›</a:t>
            </a:fld>
            <a:endParaRPr lang="es-ES"/>
          </a:p>
        </p:txBody>
      </p:sp>
    </p:spTree>
    <p:extLst>
      <p:ext uri="{BB962C8B-B14F-4D97-AF65-F5344CB8AC3E}">
        <p14:creationId xmlns:p14="http://schemas.microsoft.com/office/powerpoint/2010/main" val="504355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4" name="Straight Connector 6">
            <a:extLst>
              <a:ext uri="{FF2B5EF4-FFF2-40B4-BE49-F238E27FC236}">
                <a16:creationId xmlns:a16="http://schemas.microsoft.com/office/drawing/2014/main" id="{5048860F-266C-4D33-8373-81C3B4F4CCFF}"/>
              </a:ext>
            </a:extLst>
          </p:cNvPr>
          <p:cNvCxnSpPr/>
          <p:nvPr/>
        </p:nvCxnSpPr>
        <p:spPr>
          <a:xfrm>
            <a:off x="1277938" y="235585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3">
            <a:extLst>
              <a:ext uri="{FF2B5EF4-FFF2-40B4-BE49-F238E27FC236}">
                <a16:creationId xmlns:a16="http://schemas.microsoft.com/office/drawing/2014/main" id="{669E7C48-550B-4C3B-A42F-A38ED5AB48A0}"/>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7C89321B-7465-4FD4-9F4B-89658A128B85}"/>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FCA6D10B-081A-4796-813F-50A9D6D4C283}"/>
              </a:ext>
            </a:extLst>
          </p:cNvPr>
          <p:cNvSpPr>
            <a:spLocks noGrp="1"/>
          </p:cNvSpPr>
          <p:nvPr>
            <p:ph type="sldNum" sz="quarter" idx="12"/>
          </p:nvPr>
        </p:nvSpPr>
        <p:spPr/>
        <p:txBody>
          <a:bodyPr/>
          <a:lstStyle>
            <a:lvl1pPr>
              <a:defRPr/>
            </a:lvl1pPr>
          </a:lstStyle>
          <a:p>
            <a:pPr>
              <a:defRPr/>
            </a:pPr>
            <a:fld id="{7A3EBA21-33FF-4C25-884B-96F56D09DCE3}" type="slidenum">
              <a:rPr lang="es-ES"/>
              <a:pPr>
                <a:defRPr/>
              </a:pPr>
              <a:t>‹Nº›</a:t>
            </a:fld>
            <a:endParaRPr lang="es-ES"/>
          </a:p>
        </p:txBody>
      </p:sp>
    </p:spTree>
    <p:extLst>
      <p:ext uri="{BB962C8B-B14F-4D97-AF65-F5344CB8AC3E}">
        <p14:creationId xmlns:p14="http://schemas.microsoft.com/office/powerpoint/2010/main" val="4076922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cxnSp>
        <p:nvCxnSpPr>
          <p:cNvPr id="4" name="Straight Connector 30">
            <a:extLst>
              <a:ext uri="{FF2B5EF4-FFF2-40B4-BE49-F238E27FC236}">
                <a16:creationId xmlns:a16="http://schemas.microsoft.com/office/drawing/2014/main" id="{5A218FD6-50F5-424F-BCF4-02AC4D54F65C}"/>
              </a:ext>
            </a:extLst>
          </p:cNvPr>
          <p:cNvCxnSpPr/>
          <p:nvPr/>
        </p:nvCxnSpPr>
        <p:spPr>
          <a:xfrm>
            <a:off x="1277938" y="3598863"/>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78465" y="3734859"/>
            <a:ext cx="6595534" cy="1090015"/>
          </a:xfrm>
        </p:spPr>
        <p:txBody>
          <a:bodyPr>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5" name="Date Placeholder 3">
            <a:extLst>
              <a:ext uri="{FF2B5EF4-FFF2-40B4-BE49-F238E27FC236}">
                <a16:creationId xmlns:a16="http://schemas.microsoft.com/office/drawing/2014/main" id="{56511559-1920-47A6-A783-C7BE52F1C5AF}"/>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7E708BA5-044F-4450-BFD5-4EB472423651}"/>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751625B2-5853-4801-9B67-CCE0F8D6AF3C}"/>
              </a:ext>
            </a:extLst>
          </p:cNvPr>
          <p:cNvSpPr>
            <a:spLocks noGrp="1"/>
          </p:cNvSpPr>
          <p:nvPr>
            <p:ph type="sldNum" sz="quarter" idx="12"/>
          </p:nvPr>
        </p:nvSpPr>
        <p:spPr/>
        <p:txBody>
          <a:bodyPr/>
          <a:lstStyle>
            <a:lvl1pPr>
              <a:defRPr/>
            </a:lvl1pPr>
          </a:lstStyle>
          <a:p>
            <a:pPr>
              <a:defRPr/>
            </a:pPr>
            <a:fld id="{D574F1D4-FBCE-4A66-BD40-EA34B2A9E9D3}" type="slidenum">
              <a:rPr lang="es-ES"/>
              <a:pPr>
                <a:defRPr/>
              </a:pPr>
              <a:t>‹Nº›</a:t>
            </a:fld>
            <a:endParaRPr lang="es-ES"/>
          </a:p>
        </p:txBody>
      </p:sp>
    </p:spTree>
    <p:extLst>
      <p:ext uri="{BB962C8B-B14F-4D97-AF65-F5344CB8AC3E}">
        <p14:creationId xmlns:p14="http://schemas.microsoft.com/office/powerpoint/2010/main" val="1685431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5" name="Straight Connector 7">
            <a:extLst>
              <a:ext uri="{FF2B5EF4-FFF2-40B4-BE49-F238E27FC236}">
                <a16:creationId xmlns:a16="http://schemas.microsoft.com/office/drawing/2014/main" id="{11F8A860-321B-49B1-B5AB-737AE326D0D7}"/>
              </a:ext>
            </a:extLst>
          </p:cNvPr>
          <p:cNvCxnSpPr/>
          <p:nvPr/>
        </p:nvCxnSpPr>
        <p:spPr>
          <a:xfrm>
            <a:off x="1277938" y="235585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4">
            <a:extLst>
              <a:ext uri="{FF2B5EF4-FFF2-40B4-BE49-F238E27FC236}">
                <a16:creationId xmlns:a16="http://schemas.microsoft.com/office/drawing/2014/main" id="{5447F1C5-0E35-4F41-850D-49386760213C}"/>
              </a:ext>
            </a:extLst>
          </p:cNvPr>
          <p:cNvSpPr>
            <a:spLocks noGrp="1"/>
          </p:cNvSpPr>
          <p:nvPr>
            <p:ph type="dt" sz="half" idx="10"/>
          </p:nvPr>
        </p:nvSpPr>
        <p:spPr/>
        <p:txBody>
          <a:bodyPr/>
          <a:lstStyle>
            <a:lvl1pPr>
              <a:defRPr/>
            </a:lvl1pPr>
          </a:lstStyle>
          <a:p>
            <a:pPr>
              <a:defRPr/>
            </a:pPr>
            <a:endParaRPr lang="es-ES"/>
          </a:p>
        </p:txBody>
      </p:sp>
      <p:sp>
        <p:nvSpPr>
          <p:cNvPr id="7" name="Footer Placeholder 5">
            <a:extLst>
              <a:ext uri="{FF2B5EF4-FFF2-40B4-BE49-F238E27FC236}">
                <a16:creationId xmlns:a16="http://schemas.microsoft.com/office/drawing/2014/main" id="{968FF4D8-D697-4C1D-A4E3-26F12685AFF9}"/>
              </a:ext>
            </a:extLst>
          </p:cNvPr>
          <p:cNvSpPr>
            <a:spLocks noGrp="1"/>
          </p:cNvSpPr>
          <p:nvPr>
            <p:ph type="ftr" sz="quarter" idx="11"/>
          </p:nvPr>
        </p:nvSpPr>
        <p:spPr/>
        <p:txBody>
          <a:bodyPr/>
          <a:lstStyle>
            <a:lvl1pPr>
              <a:defRPr/>
            </a:lvl1pPr>
          </a:lstStyle>
          <a:p>
            <a:pPr>
              <a:defRPr/>
            </a:pPr>
            <a:endParaRPr lang="es-ES"/>
          </a:p>
        </p:txBody>
      </p:sp>
      <p:sp>
        <p:nvSpPr>
          <p:cNvPr id="8" name="Slide Number Placeholder 6">
            <a:extLst>
              <a:ext uri="{FF2B5EF4-FFF2-40B4-BE49-F238E27FC236}">
                <a16:creationId xmlns:a16="http://schemas.microsoft.com/office/drawing/2014/main" id="{65D00E4C-AFD3-4DEC-8DD8-8BD79E10190E}"/>
              </a:ext>
            </a:extLst>
          </p:cNvPr>
          <p:cNvSpPr>
            <a:spLocks noGrp="1"/>
          </p:cNvSpPr>
          <p:nvPr>
            <p:ph type="sldNum" sz="quarter" idx="12"/>
          </p:nvPr>
        </p:nvSpPr>
        <p:spPr/>
        <p:txBody>
          <a:bodyPr/>
          <a:lstStyle>
            <a:lvl1pPr>
              <a:defRPr/>
            </a:lvl1pPr>
          </a:lstStyle>
          <a:p>
            <a:pPr>
              <a:defRPr/>
            </a:pPr>
            <a:fld id="{C83F92B2-845E-4FBF-90BE-541A71F90367}" type="slidenum">
              <a:rPr lang="es-ES"/>
              <a:pPr>
                <a:defRPr/>
              </a:pPr>
              <a:t>‹Nº›</a:t>
            </a:fld>
            <a:endParaRPr lang="es-ES"/>
          </a:p>
        </p:txBody>
      </p:sp>
    </p:spTree>
    <p:extLst>
      <p:ext uri="{BB962C8B-B14F-4D97-AF65-F5344CB8AC3E}">
        <p14:creationId xmlns:p14="http://schemas.microsoft.com/office/powerpoint/2010/main" val="2192223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cxnSp>
        <p:nvCxnSpPr>
          <p:cNvPr id="7" name="Straight Connector 40">
            <a:extLst>
              <a:ext uri="{FF2B5EF4-FFF2-40B4-BE49-F238E27FC236}">
                <a16:creationId xmlns:a16="http://schemas.microsoft.com/office/drawing/2014/main" id="{37F9AAD9-1C38-4AF0-8620-7EBC7E2C0D6A}"/>
              </a:ext>
            </a:extLst>
          </p:cNvPr>
          <p:cNvCxnSpPr/>
          <p:nvPr/>
        </p:nvCxnSpPr>
        <p:spPr>
          <a:xfrm>
            <a:off x="1277938" y="2354263"/>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6">
            <a:extLst>
              <a:ext uri="{FF2B5EF4-FFF2-40B4-BE49-F238E27FC236}">
                <a16:creationId xmlns:a16="http://schemas.microsoft.com/office/drawing/2014/main" id="{3656E420-33EA-4D73-920B-B8B45ECFFCE2}"/>
              </a:ext>
            </a:extLst>
          </p:cNvPr>
          <p:cNvSpPr>
            <a:spLocks noGrp="1"/>
          </p:cNvSpPr>
          <p:nvPr>
            <p:ph type="dt" sz="half" idx="10"/>
          </p:nvPr>
        </p:nvSpPr>
        <p:spPr/>
        <p:txBody>
          <a:bodyPr/>
          <a:lstStyle>
            <a:lvl1pPr>
              <a:defRPr/>
            </a:lvl1pPr>
          </a:lstStyle>
          <a:p>
            <a:pPr>
              <a:defRPr/>
            </a:pPr>
            <a:endParaRPr lang="es-ES"/>
          </a:p>
        </p:txBody>
      </p:sp>
      <p:sp>
        <p:nvSpPr>
          <p:cNvPr id="9" name="Footer Placeholder 7">
            <a:extLst>
              <a:ext uri="{FF2B5EF4-FFF2-40B4-BE49-F238E27FC236}">
                <a16:creationId xmlns:a16="http://schemas.microsoft.com/office/drawing/2014/main" id="{52703B2A-4568-47B9-95CD-870BCE279C55}"/>
              </a:ext>
            </a:extLst>
          </p:cNvPr>
          <p:cNvSpPr>
            <a:spLocks noGrp="1"/>
          </p:cNvSpPr>
          <p:nvPr>
            <p:ph type="ftr" sz="quarter" idx="11"/>
          </p:nvPr>
        </p:nvSpPr>
        <p:spPr/>
        <p:txBody>
          <a:bodyPr/>
          <a:lstStyle>
            <a:lvl1pPr>
              <a:defRPr/>
            </a:lvl1pPr>
          </a:lstStyle>
          <a:p>
            <a:pPr>
              <a:defRPr/>
            </a:pPr>
            <a:endParaRPr lang="es-ES"/>
          </a:p>
        </p:txBody>
      </p:sp>
      <p:sp>
        <p:nvSpPr>
          <p:cNvPr id="10" name="Slide Number Placeholder 8">
            <a:extLst>
              <a:ext uri="{FF2B5EF4-FFF2-40B4-BE49-F238E27FC236}">
                <a16:creationId xmlns:a16="http://schemas.microsoft.com/office/drawing/2014/main" id="{277E8061-96F3-4AD1-BA8B-A843DA7D78B2}"/>
              </a:ext>
            </a:extLst>
          </p:cNvPr>
          <p:cNvSpPr>
            <a:spLocks noGrp="1"/>
          </p:cNvSpPr>
          <p:nvPr>
            <p:ph type="sldNum" sz="quarter" idx="12"/>
          </p:nvPr>
        </p:nvSpPr>
        <p:spPr/>
        <p:txBody>
          <a:bodyPr/>
          <a:lstStyle>
            <a:lvl1pPr>
              <a:defRPr/>
            </a:lvl1pPr>
          </a:lstStyle>
          <a:p>
            <a:pPr>
              <a:defRPr/>
            </a:pPr>
            <a:fld id="{8F96508E-7707-4E50-9245-BA7329AB0A27}" type="slidenum">
              <a:rPr lang="es-ES"/>
              <a:pPr>
                <a:defRPr/>
              </a:pPr>
              <a:t>‹Nº›</a:t>
            </a:fld>
            <a:endParaRPr lang="es-ES"/>
          </a:p>
        </p:txBody>
      </p:sp>
    </p:spTree>
    <p:extLst>
      <p:ext uri="{BB962C8B-B14F-4D97-AF65-F5344CB8AC3E}">
        <p14:creationId xmlns:p14="http://schemas.microsoft.com/office/powerpoint/2010/main" val="3799053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cxnSp>
        <p:nvCxnSpPr>
          <p:cNvPr id="3" name="Straight Connector 13">
            <a:extLst>
              <a:ext uri="{FF2B5EF4-FFF2-40B4-BE49-F238E27FC236}">
                <a16:creationId xmlns:a16="http://schemas.microsoft.com/office/drawing/2014/main" id="{17A9AF71-7950-438E-B49B-B498C520AD06}"/>
              </a:ext>
            </a:extLst>
          </p:cNvPr>
          <p:cNvCxnSpPr/>
          <p:nvPr/>
        </p:nvCxnSpPr>
        <p:spPr>
          <a:xfrm>
            <a:off x="1277938" y="2354263"/>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915337"/>
            <a:ext cx="6798735" cy="1303867"/>
          </a:xfrm>
        </p:spPr>
        <p:txBody>
          <a:bodyPr/>
          <a:lstStyle/>
          <a:p>
            <a:r>
              <a:rPr lang="es-ES"/>
              <a:t>Haga clic para modificar el estilo de título del patrón</a:t>
            </a:r>
            <a:endParaRPr lang="en-US" dirty="0"/>
          </a:p>
        </p:txBody>
      </p:sp>
      <p:sp>
        <p:nvSpPr>
          <p:cNvPr id="4" name="Date Placeholder 2">
            <a:extLst>
              <a:ext uri="{FF2B5EF4-FFF2-40B4-BE49-F238E27FC236}">
                <a16:creationId xmlns:a16="http://schemas.microsoft.com/office/drawing/2014/main" id="{35C63659-228A-4D51-89D6-C6FEC12A46ED}"/>
              </a:ext>
            </a:extLst>
          </p:cNvPr>
          <p:cNvSpPr>
            <a:spLocks noGrp="1"/>
          </p:cNvSpPr>
          <p:nvPr>
            <p:ph type="dt" sz="half" idx="10"/>
          </p:nvPr>
        </p:nvSpPr>
        <p:spPr/>
        <p:txBody>
          <a:bodyPr/>
          <a:lstStyle>
            <a:lvl1pPr>
              <a:defRPr/>
            </a:lvl1pPr>
          </a:lstStyle>
          <a:p>
            <a:pPr>
              <a:defRPr/>
            </a:pPr>
            <a:endParaRPr lang="es-ES"/>
          </a:p>
        </p:txBody>
      </p:sp>
      <p:sp>
        <p:nvSpPr>
          <p:cNvPr id="5" name="Footer Placeholder 3">
            <a:extLst>
              <a:ext uri="{FF2B5EF4-FFF2-40B4-BE49-F238E27FC236}">
                <a16:creationId xmlns:a16="http://schemas.microsoft.com/office/drawing/2014/main" id="{8C2FED13-E607-494E-9926-59E187AABE24}"/>
              </a:ext>
            </a:extLst>
          </p:cNvPr>
          <p:cNvSpPr>
            <a:spLocks noGrp="1"/>
          </p:cNvSpPr>
          <p:nvPr>
            <p:ph type="ftr" sz="quarter" idx="11"/>
          </p:nvPr>
        </p:nvSpPr>
        <p:spPr/>
        <p:txBody>
          <a:bodyPr/>
          <a:lstStyle>
            <a:lvl1pPr>
              <a:defRPr/>
            </a:lvl1pPr>
          </a:lstStyle>
          <a:p>
            <a:pPr>
              <a:defRPr/>
            </a:pPr>
            <a:endParaRPr lang="es-ES"/>
          </a:p>
        </p:txBody>
      </p:sp>
      <p:sp>
        <p:nvSpPr>
          <p:cNvPr id="6" name="Slide Number Placeholder 4">
            <a:extLst>
              <a:ext uri="{FF2B5EF4-FFF2-40B4-BE49-F238E27FC236}">
                <a16:creationId xmlns:a16="http://schemas.microsoft.com/office/drawing/2014/main" id="{F314ADC1-BCF5-4BB2-ADE7-F7148DDA330B}"/>
              </a:ext>
            </a:extLst>
          </p:cNvPr>
          <p:cNvSpPr>
            <a:spLocks noGrp="1"/>
          </p:cNvSpPr>
          <p:nvPr>
            <p:ph type="sldNum" sz="quarter" idx="12"/>
          </p:nvPr>
        </p:nvSpPr>
        <p:spPr/>
        <p:txBody>
          <a:bodyPr/>
          <a:lstStyle>
            <a:lvl1pPr>
              <a:defRPr/>
            </a:lvl1pPr>
          </a:lstStyle>
          <a:p>
            <a:pPr>
              <a:defRPr/>
            </a:pPr>
            <a:fld id="{2953D019-3A54-4D0B-9879-948B3EFD09AC}" type="slidenum">
              <a:rPr lang="es-ES"/>
              <a:pPr>
                <a:defRPr/>
              </a:pPr>
              <a:t>‹Nº›</a:t>
            </a:fld>
            <a:endParaRPr lang="es-ES"/>
          </a:p>
        </p:txBody>
      </p:sp>
    </p:spTree>
    <p:extLst>
      <p:ext uri="{BB962C8B-B14F-4D97-AF65-F5344CB8AC3E}">
        <p14:creationId xmlns:p14="http://schemas.microsoft.com/office/powerpoint/2010/main" val="380466609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81CD13B-E960-4D71-8D84-EB4868BA43F0}"/>
              </a:ext>
            </a:extLst>
          </p:cNvPr>
          <p:cNvSpPr>
            <a:spLocks noGrp="1"/>
          </p:cNvSpPr>
          <p:nvPr>
            <p:ph type="dt" sz="half" idx="10"/>
          </p:nvPr>
        </p:nvSpPr>
        <p:spPr/>
        <p:txBody>
          <a:bodyPr/>
          <a:lstStyle>
            <a:lvl1pPr>
              <a:defRPr/>
            </a:lvl1pPr>
          </a:lstStyle>
          <a:p>
            <a:pPr>
              <a:defRPr/>
            </a:pPr>
            <a:endParaRPr lang="es-ES"/>
          </a:p>
        </p:txBody>
      </p:sp>
      <p:sp>
        <p:nvSpPr>
          <p:cNvPr id="3" name="Footer Placeholder 4">
            <a:extLst>
              <a:ext uri="{FF2B5EF4-FFF2-40B4-BE49-F238E27FC236}">
                <a16:creationId xmlns:a16="http://schemas.microsoft.com/office/drawing/2014/main" id="{880EDA6E-51F2-434B-B9A8-15CFE5A91026}"/>
              </a:ext>
            </a:extLst>
          </p:cNvPr>
          <p:cNvSpPr>
            <a:spLocks noGrp="1"/>
          </p:cNvSpPr>
          <p:nvPr>
            <p:ph type="ftr" sz="quarter" idx="11"/>
          </p:nvPr>
        </p:nvSpPr>
        <p:spPr/>
        <p:txBody>
          <a:bodyPr/>
          <a:lstStyle>
            <a:lvl1pPr>
              <a:defRPr/>
            </a:lvl1pPr>
          </a:lstStyle>
          <a:p>
            <a:pPr>
              <a:defRPr/>
            </a:pPr>
            <a:endParaRPr lang="es-ES"/>
          </a:p>
        </p:txBody>
      </p:sp>
      <p:sp>
        <p:nvSpPr>
          <p:cNvPr id="4" name="Slide Number Placeholder 5">
            <a:extLst>
              <a:ext uri="{FF2B5EF4-FFF2-40B4-BE49-F238E27FC236}">
                <a16:creationId xmlns:a16="http://schemas.microsoft.com/office/drawing/2014/main" id="{F4E889CA-7702-408A-BDF0-904E421055D7}"/>
              </a:ext>
            </a:extLst>
          </p:cNvPr>
          <p:cNvSpPr>
            <a:spLocks noGrp="1"/>
          </p:cNvSpPr>
          <p:nvPr>
            <p:ph type="sldNum" sz="quarter" idx="12"/>
          </p:nvPr>
        </p:nvSpPr>
        <p:spPr/>
        <p:txBody>
          <a:bodyPr/>
          <a:lstStyle>
            <a:lvl1pPr>
              <a:defRPr/>
            </a:lvl1pPr>
          </a:lstStyle>
          <a:p>
            <a:pPr>
              <a:defRPr/>
            </a:pPr>
            <a:fld id="{C05DE07B-5FAC-4C7B-BBAC-DA35047E9B1E}" type="slidenum">
              <a:rPr lang="es-ES"/>
              <a:pPr>
                <a:defRPr/>
              </a:pPr>
              <a:t>‹Nº›</a:t>
            </a:fld>
            <a:endParaRPr lang="es-ES"/>
          </a:p>
        </p:txBody>
      </p:sp>
    </p:spTree>
    <p:extLst>
      <p:ext uri="{BB962C8B-B14F-4D97-AF65-F5344CB8AC3E}">
        <p14:creationId xmlns:p14="http://schemas.microsoft.com/office/powerpoint/2010/main" val="742817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cxnSp>
        <p:nvCxnSpPr>
          <p:cNvPr id="5" name="Straight Connector 15">
            <a:extLst>
              <a:ext uri="{FF2B5EF4-FFF2-40B4-BE49-F238E27FC236}">
                <a16:creationId xmlns:a16="http://schemas.microsoft.com/office/drawing/2014/main" id="{35913699-B156-403F-B066-1D1B7E9B08E3}"/>
              </a:ext>
            </a:extLst>
          </p:cNvPr>
          <p:cNvCxnSpPr/>
          <p:nvPr/>
        </p:nvCxnSpPr>
        <p:spPr>
          <a:xfrm>
            <a:off x="1277938" y="2913063"/>
            <a:ext cx="233362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76865" y="3031065"/>
            <a:ext cx="2536798" cy="2438404"/>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6" name="Date Placeholder 4">
            <a:extLst>
              <a:ext uri="{FF2B5EF4-FFF2-40B4-BE49-F238E27FC236}">
                <a16:creationId xmlns:a16="http://schemas.microsoft.com/office/drawing/2014/main" id="{1A6B11B9-989A-46A3-AD86-FA9C30BB1CBC}"/>
              </a:ext>
            </a:extLst>
          </p:cNvPr>
          <p:cNvSpPr>
            <a:spLocks noGrp="1"/>
          </p:cNvSpPr>
          <p:nvPr>
            <p:ph type="dt" sz="half" idx="10"/>
          </p:nvPr>
        </p:nvSpPr>
        <p:spPr/>
        <p:txBody>
          <a:bodyPr/>
          <a:lstStyle>
            <a:lvl1pPr>
              <a:defRPr/>
            </a:lvl1pPr>
          </a:lstStyle>
          <a:p>
            <a:pPr>
              <a:defRPr/>
            </a:pPr>
            <a:endParaRPr lang="es-ES"/>
          </a:p>
        </p:txBody>
      </p:sp>
      <p:sp>
        <p:nvSpPr>
          <p:cNvPr id="7" name="Footer Placeholder 5">
            <a:extLst>
              <a:ext uri="{FF2B5EF4-FFF2-40B4-BE49-F238E27FC236}">
                <a16:creationId xmlns:a16="http://schemas.microsoft.com/office/drawing/2014/main" id="{D2B635D7-4D21-4580-BD19-94F5CC58251B}"/>
              </a:ext>
            </a:extLst>
          </p:cNvPr>
          <p:cNvSpPr>
            <a:spLocks noGrp="1"/>
          </p:cNvSpPr>
          <p:nvPr>
            <p:ph type="ftr" sz="quarter" idx="11"/>
          </p:nvPr>
        </p:nvSpPr>
        <p:spPr/>
        <p:txBody>
          <a:bodyPr/>
          <a:lstStyle>
            <a:lvl1pPr>
              <a:defRPr/>
            </a:lvl1pPr>
          </a:lstStyle>
          <a:p>
            <a:pPr>
              <a:defRPr/>
            </a:pPr>
            <a:endParaRPr lang="es-ES"/>
          </a:p>
        </p:txBody>
      </p:sp>
      <p:sp>
        <p:nvSpPr>
          <p:cNvPr id="8" name="Slide Number Placeholder 6">
            <a:extLst>
              <a:ext uri="{FF2B5EF4-FFF2-40B4-BE49-F238E27FC236}">
                <a16:creationId xmlns:a16="http://schemas.microsoft.com/office/drawing/2014/main" id="{69D1FB19-098B-4B86-83C0-EB00DA91B807}"/>
              </a:ext>
            </a:extLst>
          </p:cNvPr>
          <p:cNvSpPr>
            <a:spLocks noGrp="1"/>
          </p:cNvSpPr>
          <p:nvPr>
            <p:ph type="sldNum" sz="quarter" idx="12"/>
          </p:nvPr>
        </p:nvSpPr>
        <p:spPr/>
        <p:txBody>
          <a:bodyPr/>
          <a:lstStyle>
            <a:lvl1pPr>
              <a:defRPr/>
            </a:lvl1pPr>
          </a:lstStyle>
          <a:p>
            <a:pPr>
              <a:defRPr/>
            </a:pPr>
            <a:fld id="{3AF26B1D-7D75-4F94-90A0-2856198FD77A}" type="slidenum">
              <a:rPr lang="es-ES"/>
              <a:pPr>
                <a:defRPr/>
              </a:pPr>
              <a:t>‹Nº›</a:t>
            </a:fld>
            <a:endParaRPr lang="es-ES"/>
          </a:p>
        </p:txBody>
      </p:sp>
    </p:spTree>
    <p:extLst>
      <p:ext uri="{BB962C8B-B14F-4D97-AF65-F5344CB8AC3E}">
        <p14:creationId xmlns:p14="http://schemas.microsoft.com/office/powerpoint/2010/main" val="3182935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s-ES"/>
              <a:t>Haga clic para modificar el estilo de título del patrón</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176865" y="3255432"/>
            <a:ext cx="363220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3">
            <a:extLst>
              <a:ext uri="{FF2B5EF4-FFF2-40B4-BE49-F238E27FC236}">
                <a16:creationId xmlns:a16="http://schemas.microsoft.com/office/drawing/2014/main" id="{781CD13B-E960-4D71-8D84-EB4868BA43F0}"/>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880EDA6E-51F2-434B-B9A8-15CFE5A91026}"/>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F4E889CA-7702-408A-BDF0-904E421055D7}"/>
              </a:ext>
            </a:extLst>
          </p:cNvPr>
          <p:cNvSpPr>
            <a:spLocks noGrp="1"/>
          </p:cNvSpPr>
          <p:nvPr>
            <p:ph type="sldNum" sz="quarter" idx="12"/>
          </p:nvPr>
        </p:nvSpPr>
        <p:spPr/>
        <p:txBody>
          <a:bodyPr/>
          <a:lstStyle>
            <a:lvl1pPr>
              <a:defRPr/>
            </a:lvl1pPr>
          </a:lstStyle>
          <a:p>
            <a:pPr>
              <a:defRPr/>
            </a:pPr>
            <a:fld id="{E54B08A4-C879-4DB8-BF6C-AA404D0C6B26}" type="slidenum">
              <a:rPr lang="es-ES"/>
              <a:pPr>
                <a:defRPr/>
              </a:pPr>
              <a:t>‹Nº›</a:t>
            </a:fld>
            <a:endParaRPr lang="es-ES"/>
          </a:p>
        </p:txBody>
      </p:sp>
    </p:spTree>
    <p:extLst>
      <p:ext uri="{BB962C8B-B14F-4D97-AF65-F5344CB8AC3E}">
        <p14:creationId xmlns:p14="http://schemas.microsoft.com/office/powerpoint/2010/main" val="4030544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176866" y="5382153"/>
            <a:ext cx="6798734" cy="49371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3">
            <a:extLst>
              <a:ext uri="{FF2B5EF4-FFF2-40B4-BE49-F238E27FC236}">
                <a16:creationId xmlns:a16="http://schemas.microsoft.com/office/drawing/2014/main" id="{781CD13B-E960-4D71-8D84-EB4868BA43F0}"/>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880EDA6E-51F2-434B-B9A8-15CFE5A91026}"/>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F4E889CA-7702-408A-BDF0-904E421055D7}"/>
              </a:ext>
            </a:extLst>
          </p:cNvPr>
          <p:cNvSpPr>
            <a:spLocks noGrp="1"/>
          </p:cNvSpPr>
          <p:nvPr>
            <p:ph type="sldNum" sz="quarter" idx="12"/>
          </p:nvPr>
        </p:nvSpPr>
        <p:spPr/>
        <p:txBody>
          <a:bodyPr/>
          <a:lstStyle>
            <a:lvl1pPr>
              <a:defRPr/>
            </a:lvl1pPr>
          </a:lstStyle>
          <a:p>
            <a:pPr>
              <a:defRPr/>
            </a:pPr>
            <a:fld id="{9E18F3D6-AB9B-47F0-82CB-BE71BFE7C997}" type="slidenum">
              <a:rPr lang="es-ES"/>
              <a:pPr>
                <a:defRPr/>
              </a:pPr>
              <a:t>‹Nº›</a:t>
            </a:fld>
            <a:endParaRPr lang="es-ES"/>
          </a:p>
        </p:txBody>
      </p:sp>
    </p:spTree>
    <p:extLst>
      <p:ext uri="{BB962C8B-B14F-4D97-AF65-F5344CB8AC3E}">
        <p14:creationId xmlns:p14="http://schemas.microsoft.com/office/powerpoint/2010/main" val="126389230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cxnSp>
        <p:nvCxnSpPr>
          <p:cNvPr id="4" name="Straight Connector 14">
            <a:extLst>
              <a:ext uri="{FF2B5EF4-FFF2-40B4-BE49-F238E27FC236}">
                <a16:creationId xmlns:a16="http://schemas.microsoft.com/office/drawing/2014/main" id="{FD28C060-82FA-4EC8-991D-4C05FEB43D96}"/>
              </a:ext>
            </a:extLst>
          </p:cNvPr>
          <p:cNvCxnSpPr/>
          <p:nvPr/>
        </p:nvCxnSpPr>
        <p:spPr>
          <a:xfrm>
            <a:off x="1277938" y="4140200"/>
            <a:ext cx="660717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06873"/>
            <a:ext cx="6798734" cy="3097860"/>
          </a:xfrm>
        </p:spPr>
        <p:txBody>
          <a:bodyPr>
            <a:normAutofit/>
          </a:bodyPr>
          <a:lstStyle>
            <a:lvl1pPr algn="ctr">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5" name="Date Placeholder 3">
            <a:extLst>
              <a:ext uri="{FF2B5EF4-FFF2-40B4-BE49-F238E27FC236}">
                <a16:creationId xmlns:a16="http://schemas.microsoft.com/office/drawing/2014/main" id="{C905D7D9-E3CC-46A0-A3C7-9FFD4ABB4758}"/>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7B90FF35-427D-422D-B0BF-FA13C014D911}"/>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172824A2-12B2-4B3B-9283-1DA0A52915EC}"/>
              </a:ext>
            </a:extLst>
          </p:cNvPr>
          <p:cNvSpPr>
            <a:spLocks noGrp="1"/>
          </p:cNvSpPr>
          <p:nvPr>
            <p:ph type="sldNum" sz="quarter" idx="12"/>
          </p:nvPr>
        </p:nvSpPr>
        <p:spPr/>
        <p:txBody>
          <a:bodyPr/>
          <a:lstStyle>
            <a:lvl1pPr>
              <a:defRPr/>
            </a:lvl1pPr>
          </a:lstStyle>
          <a:p>
            <a:pPr>
              <a:defRPr/>
            </a:pPr>
            <a:fld id="{7AB99B88-C1B3-4FE8-8712-20B17F3B02D1}" type="slidenum">
              <a:rPr lang="es-ES"/>
              <a:pPr>
                <a:defRPr/>
              </a:pPr>
              <a:t>‹Nº›</a:t>
            </a:fld>
            <a:endParaRPr lang="es-ES"/>
          </a:p>
        </p:txBody>
      </p:sp>
    </p:spTree>
    <p:extLst>
      <p:ext uri="{BB962C8B-B14F-4D97-AF65-F5344CB8AC3E}">
        <p14:creationId xmlns:p14="http://schemas.microsoft.com/office/powerpoint/2010/main" val="341041786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5" name="TextBox 13">
            <a:extLst>
              <a:ext uri="{FF2B5EF4-FFF2-40B4-BE49-F238E27FC236}">
                <a16:creationId xmlns:a16="http://schemas.microsoft.com/office/drawing/2014/main" id="{6F5E056E-5AFA-408B-8A02-DC8D08022FA6}"/>
              </a:ext>
            </a:extLst>
          </p:cNvPr>
          <p:cNvSpPr txBox="1">
            <a:spLocks noChangeArrowheads="1"/>
          </p:cNvSpPr>
          <p:nvPr/>
        </p:nvSpPr>
        <p:spPr bwMode="auto">
          <a:xfrm>
            <a:off x="849313" y="904875"/>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b="1">
                <a:solidFill>
                  <a:schemeClr val="tx1"/>
                </a:solidFill>
                <a:latin typeface="Century Gothic" panose="020B0502020202020204" pitchFamily="34" charset="0"/>
              </a:defRPr>
            </a:lvl1pPr>
            <a:lvl2pPr marL="742950" indent="-285750">
              <a:defRPr sz="2000" b="1">
                <a:solidFill>
                  <a:schemeClr val="tx1"/>
                </a:solidFill>
                <a:latin typeface="Century Gothic" panose="020B0502020202020204" pitchFamily="34" charset="0"/>
              </a:defRPr>
            </a:lvl2pPr>
            <a:lvl3pPr marL="1143000" indent="-228600">
              <a:defRPr sz="2000" b="1">
                <a:solidFill>
                  <a:schemeClr val="tx1"/>
                </a:solidFill>
                <a:latin typeface="Century Gothic" panose="020B0502020202020204" pitchFamily="34" charset="0"/>
              </a:defRPr>
            </a:lvl3pPr>
            <a:lvl4pPr marL="1600200" indent="-228600">
              <a:defRPr sz="2000" b="1">
                <a:solidFill>
                  <a:schemeClr val="tx1"/>
                </a:solidFill>
                <a:latin typeface="Century Gothic" panose="020B0502020202020204" pitchFamily="34" charset="0"/>
              </a:defRPr>
            </a:lvl4pPr>
            <a:lvl5pPr marL="2057400" indent="-228600">
              <a:defRPr sz="2000" b="1">
                <a:solidFill>
                  <a:schemeClr val="tx1"/>
                </a:solidFill>
                <a:latin typeface="Century Gothic" panose="020B0502020202020204" pitchFamily="34" charset="0"/>
              </a:defRPr>
            </a:lvl5pPr>
            <a:lvl6pPr marL="2514600" indent="-228600" eaLnBrk="0" fontAlgn="base" hangingPunct="0">
              <a:spcBef>
                <a:spcPct val="0"/>
              </a:spcBef>
              <a:spcAft>
                <a:spcPct val="0"/>
              </a:spcAft>
              <a:defRPr sz="2000" b="1">
                <a:solidFill>
                  <a:schemeClr val="tx1"/>
                </a:solidFill>
                <a:latin typeface="Century Gothic" panose="020B0502020202020204" pitchFamily="34" charset="0"/>
              </a:defRPr>
            </a:lvl6pPr>
            <a:lvl7pPr marL="2971800" indent="-228600" eaLnBrk="0" fontAlgn="base" hangingPunct="0">
              <a:spcBef>
                <a:spcPct val="0"/>
              </a:spcBef>
              <a:spcAft>
                <a:spcPct val="0"/>
              </a:spcAft>
              <a:defRPr sz="2000" b="1">
                <a:solidFill>
                  <a:schemeClr val="tx1"/>
                </a:solidFill>
                <a:latin typeface="Century Gothic" panose="020B0502020202020204" pitchFamily="34" charset="0"/>
              </a:defRPr>
            </a:lvl7pPr>
            <a:lvl8pPr marL="3429000" indent="-228600" eaLnBrk="0" fontAlgn="base" hangingPunct="0">
              <a:spcBef>
                <a:spcPct val="0"/>
              </a:spcBef>
              <a:spcAft>
                <a:spcPct val="0"/>
              </a:spcAft>
              <a:defRPr sz="2000" b="1">
                <a:solidFill>
                  <a:schemeClr val="tx1"/>
                </a:solidFill>
                <a:latin typeface="Century Gothic" panose="020B0502020202020204" pitchFamily="34" charset="0"/>
              </a:defRPr>
            </a:lvl8pPr>
            <a:lvl9pPr marL="3886200" indent="-228600" eaLnBrk="0" fontAlgn="base" hangingPunct="0">
              <a:spcBef>
                <a:spcPct val="0"/>
              </a:spcBef>
              <a:spcAft>
                <a:spcPct val="0"/>
              </a:spcAft>
              <a:defRPr sz="2000" b="1">
                <a:solidFill>
                  <a:schemeClr val="tx1"/>
                </a:solidFill>
                <a:latin typeface="Century Gothic" panose="020B0502020202020204" pitchFamily="34" charset="0"/>
              </a:defRPr>
            </a:lvl9pPr>
          </a:lstStyle>
          <a:p>
            <a:pPr>
              <a:defRPr/>
            </a:pPr>
            <a:r>
              <a:rPr lang="en-US" altLang="es-PE" sz="7200"/>
              <a:t>“</a:t>
            </a:r>
          </a:p>
        </p:txBody>
      </p:sp>
      <p:sp>
        <p:nvSpPr>
          <p:cNvPr id="6" name="TextBox 14">
            <a:extLst>
              <a:ext uri="{FF2B5EF4-FFF2-40B4-BE49-F238E27FC236}">
                <a16:creationId xmlns:a16="http://schemas.microsoft.com/office/drawing/2014/main" id="{B0AB8F3F-6BFE-489F-8387-AE0C5A7FFB63}"/>
              </a:ext>
            </a:extLst>
          </p:cNvPr>
          <p:cNvSpPr txBox="1">
            <a:spLocks noChangeArrowheads="1"/>
          </p:cNvSpPr>
          <p:nvPr/>
        </p:nvSpPr>
        <p:spPr bwMode="auto">
          <a:xfrm>
            <a:off x="7634288" y="2827338"/>
            <a:ext cx="4572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b="1">
                <a:solidFill>
                  <a:schemeClr val="tx1"/>
                </a:solidFill>
                <a:latin typeface="Century Gothic" panose="020B0502020202020204" pitchFamily="34" charset="0"/>
              </a:defRPr>
            </a:lvl1pPr>
            <a:lvl2pPr marL="742950" indent="-285750">
              <a:defRPr sz="2000" b="1">
                <a:solidFill>
                  <a:schemeClr val="tx1"/>
                </a:solidFill>
                <a:latin typeface="Century Gothic" panose="020B0502020202020204" pitchFamily="34" charset="0"/>
              </a:defRPr>
            </a:lvl2pPr>
            <a:lvl3pPr marL="1143000" indent="-228600">
              <a:defRPr sz="2000" b="1">
                <a:solidFill>
                  <a:schemeClr val="tx1"/>
                </a:solidFill>
                <a:latin typeface="Century Gothic" panose="020B0502020202020204" pitchFamily="34" charset="0"/>
              </a:defRPr>
            </a:lvl3pPr>
            <a:lvl4pPr marL="1600200" indent="-228600">
              <a:defRPr sz="2000" b="1">
                <a:solidFill>
                  <a:schemeClr val="tx1"/>
                </a:solidFill>
                <a:latin typeface="Century Gothic" panose="020B0502020202020204" pitchFamily="34" charset="0"/>
              </a:defRPr>
            </a:lvl4pPr>
            <a:lvl5pPr marL="2057400" indent="-228600">
              <a:defRPr sz="2000" b="1">
                <a:solidFill>
                  <a:schemeClr val="tx1"/>
                </a:solidFill>
                <a:latin typeface="Century Gothic" panose="020B0502020202020204" pitchFamily="34" charset="0"/>
              </a:defRPr>
            </a:lvl5pPr>
            <a:lvl6pPr marL="2514600" indent="-228600" eaLnBrk="0" fontAlgn="base" hangingPunct="0">
              <a:spcBef>
                <a:spcPct val="0"/>
              </a:spcBef>
              <a:spcAft>
                <a:spcPct val="0"/>
              </a:spcAft>
              <a:defRPr sz="2000" b="1">
                <a:solidFill>
                  <a:schemeClr val="tx1"/>
                </a:solidFill>
                <a:latin typeface="Century Gothic" panose="020B0502020202020204" pitchFamily="34" charset="0"/>
              </a:defRPr>
            </a:lvl6pPr>
            <a:lvl7pPr marL="2971800" indent="-228600" eaLnBrk="0" fontAlgn="base" hangingPunct="0">
              <a:spcBef>
                <a:spcPct val="0"/>
              </a:spcBef>
              <a:spcAft>
                <a:spcPct val="0"/>
              </a:spcAft>
              <a:defRPr sz="2000" b="1">
                <a:solidFill>
                  <a:schemeClr val="tx1"/>
                </a:solidFill>
                <a:latin typeface="Century Gothic" panose="020B0502020202020204" pitchFamily="34" charset="0"/>
              </a:defRPr>
            </a:lvl7pPr>
            <a:lvl8pPr marL="3429000" indent="-228600" eaLnBrk="0" fontAlgn="base" hangingPunct="0">
              <a:spcBef>
                <a:spcPct val="0"/>
              </a:spcBef>
              <a:spcAft>
                <a:spcPct val="0"/>
              </a:spcAft>
              <a:defRPr sz="2000" b="1">
                <a:solidFill>
                  <a:schemeClr val="tx1"/>
                </a:solidFill>
                <a:latin typeface="Century Gothic" panose="020B0502020202020204" pitchFamily="34" charset="0"/>
              </a:defRPr>
            </a:lvl8pPr>
            <a:lvl9pPr marL="3886200" indent="-228600" eaLnBrk="0" fontAlgn="base" hangingPunct="0">
              <a:spcBef>
                <a:spcPct val="0"/>
              </a:spcBef>
              <a:spcAft>
                <a:spcPct val="0"/>
              </a:spcAft>
              <a:defRPr sz="2000" b="1">
                <a:solidFill>
                  <a:schemeClr val="tx1"/>
                </a:solidFill>
                <a:latin typeface="Century Gothic" panose="020B0502020202020204" pitchFamily="34" charset="0"/>
              </a:defRPr>
            </a:lvl9pPr>
          </a:lstStyle>
          <a:p>
            <a:pPr algn="r">
              <a:defRPr/>
            </a:pPr>
            <a:r>
              <a:rPr lang="en-US" altLang="es-PE" sz="7200"/>
              <a:t>”</a:t>
            </a:r>
          </a:p>
        </p:txBody>
      </p:sp>
      <p:cxnSp>
        <p:nvCxnSpPr>
          <p:cNvPr id="7" name="Straight Connector 18">
            <a:extLst>
              <a:ext uri="{FF2B5EF4-FFF2-40B4-BE49-F238E27FC236}">
                <a16:creationId xmlns:a16="http://schemas.microsoft.com/office/drawing/2014/main" id="{932C960C-0973-4907-9C3D-AE767C360AE2}"/>
              </a:ext>
            </a:extLst>
          </p:cNvPr>
          <p:cNvCxnSpPr/>
          <p:nvPr/>
        </p:nvCxnSpPr>
        <p:spPr>
          <a:xfrm>
            <a:off x="1277938" y="414020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334333" y="982132"/>
            <a:ext cx="6400250" cy="2370668"/>
          </a:xfrm>
        </p:spPr>
        <p:txBody>
          <a:bodyP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8" name="Date Placeholder 3">
            <a:extLst>
              <a:ext uri="{FF2B5EF4-FFF2-40B4-BE49-F238E27FC236}">
                <a16:creationId xmlns:a16="http://schemas.microsoft.com/office/drawing/2014/main" id="{293978C6-97D7-4854-B2B2-5692FB62E455}"/>
              </a:ext>
            </a:extLst>
          </p:cNvPr>
          <p:cNvSpPr>
            <a:spLocks noGrp="1"/>
          </p:cNvSpPr>
          <p:nvPr>
            <p:ph type="dt" sz="half" idx="14"/>
          </p:nvPr>
        </p:nvSpPr>
        <p:spPr/>
        <p:txBody>
          <a:bodyPr/>
          <a:lstStyle>
            <a:lvl1pPr>
              <a:defRPr/>
            </a:lvl1pPr>
          </a:lstStyle>
          <a:p>
            <a:pPr>
              <a:defRPr/>
            </a:pPr>
            <a:endParaRPr lang="es-ES"/>
          </a:p>
        </p:txBody>
      </p:sp>
      <p:sp>
        <p:nvSpPr>
          <p:cNvPr id="9" name="Footer Placeholder 4">
            <a:extLst>
              <a:ext uri="{FF2B5EF4-FFF2-40B4-BE49-F238E27FC236}">
                <a16:creationId xmlns:a16="http://schemas.microsoft.com/office/drawing/2014/main" id="{64CEE6A9-B60C-479C-9371-D7754D73D30D}"/>
              </a:ext>
            </a:extLst>
          </p:cNvPr>
          <p:cNvSpPr>
            <a:spLocks noGrp="1"/>
          </p:cNvSpPr>
          <p:nvPr>
            <p:ph type="ftr" sz="quarter" idx="15"/>
          </p:nvPr>
        </p:nvSpPr>
        <p:spPr/>
        <p:txBody>
          <a:bodyPr/>
          <a:lstStyle>
            <a:lvl1pPr>
              <a:defRPr/>
            </a:lvl1pPr>
          </a:lstStyle>
          <a:p>
            <a:pPr>
              <a:defRPr/>
            </a:pPr>
            <a:endParaRPr lang="es-ES"/>
          </a:p>
        </p:txBody>
      </p:sp>
      <p:sp>
        <p:nvSpPr>
          <p:cNvPr id="11" name="Slide Number Placeholder 5">
            <a:extLst>
              <a:ext uri="{FF2B5EF4-FFF2-40B4-BE49-F238E27FC236}">
                <a16:creationId xmlns:a16="http://schemas.microsoft.com/office/drawing/2014/main" id="{A032213F-F796-4203-A65F-1F5669DC9ADA}"/>
              </a:ext>
            </a:extLst>
          </p:cNvPr>
          <p:cNvSpPr>
            <a:spLocks noGrp="1"/>
          </p:cNvSpPr>
          <p:nvPr>
            <p:ph type="sldNum" sz="quarter" idx="16"/>
          </p:nvPr>
        </p:nvSpPr>
        <p:spPr/>
        <p:txBody>
          <a:bodyPr/>
          <a:lstStyle>
            <a:lvl1pPr>
              <a:defRPr/>
            </a:lvl1pPr>
          </a:lstStyle>
          <a:p>
            <a:pPr>
              <a:defRPr/>
            </a:pPr>
            <a:fld id="{66AE30BD-4819-4460-B1F8-2B95E2F416CB}" type="slidenum">
              <a:rPr lang="es-ES"/>
              <a:pPr>
                <a:defRPr/>
              </a:pPr>
              <a:t>‹Nº›</a:t>
            </a:fld>
            <a:endParaRPr lang="es-ES"/>
          </a:p>
        </p:txBody>
      </p:sp>
    </p:spTree>
    <p:extLst>
      <p:ext uri="{BB962C8B-B14F-4D97-AF65-F5344CB8AC3E}">
        <p14:creationId xmlns:p14="http://schemas.microsoft.com/office/powerpoint/2010/main" val="393531020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76868" y="4777381"/>
            <a:ext cx="6798730" cy="860400"/>
          </a:xfrm>
        </p:spPr>
        <p:txBody>
          <a:bodyP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a:extLst>
              <a:ext uri="{FF2B5EF4-FFF2-40B4-BE49-F238E27FC236}">
                <a16:creationId xmlns:a16="http://schemas.microsoft.com/office/drawing/2014/main" id="{781CD13B-E960-4D71-8D84-EB4868BA43F0}"/>
              </a:ext>
            </a:extLst>
          </p:cNvPr>
          <p:cNvSpPr>
            <a:spLocks noGrp="1"/>
          </p:cNvSpPr>
          <p:nvPr>
            <p:ph type="dt" sz="half" idx="10"/>
          </p:nvPr>
        </p:nvSpPr>
        <p:spPr/>
        <p:txBody>
          <a:bodyPr/>
          <a:lstStyle>
            <a:lvl1pPr>
              <a:defRPr/>
            </a:lvl1pPr>
          </a:lstStyle>
          <a:p>
            <a:pPr>
              <a:defRPr/>
            </a:pPr>
            <a:endParaRPr lang="es-ES"/>
          </a:p>
        </p:txBody>
      </p:sp>
      <p:sp>
        <p:nvSpPr>
          <p:cNvPr id="5" name="Footer Placeholder 4">
            <a:extLst>
              <a:ext uri="{FF2B5EF4-FFF2-40B4-BE49-F238E27FC236}">
                <a16:creationId xmlns:a16="http://schemas.microsoft.com/office/drawing/2014/main" id="{880EDA6E-51F2-434B-B9A8-15CFE5A91026}"/>
              </a:ext>
            </a:extLst>
          </p:cNvPr>
          <p:cNvSpPr>
            <a:spLocks noGrp="1"/>
          </p:cNvSpPr>
          <p:nvPr>
            <p:ph type="ftr" sz="quarter" idx="11"/>
          </p:nvPr>
        </p:nvSpPr>
        <p:spPr/>
        <p:txBody>
          <a:bodyPr/>
          <a:lstStyle>
            <a:lvl1pPr>
              <a:defRPr/>
            </a:lvl1pPr>
          </a:lstStyle>
          <a:p>
            <a:pPr>
              <a:defRPr/>
            </a:pPr>
            <a:endParaRPr lang="es-ES"/>
          </a:p>
        </p:txBody>
      </p:sp>
      <p:sp>
        <p:nvSpPr>
          <p:cNvPr id="6" name="Slide Number Placeholder 5">
            <a:extLst>
              <a:ext uri="{FF2B5EF4-FFF2-40B4-BE49-F238E27FC236}">
                <a16:creationId xmlns:a16="http://schemas.microsoft.com/office/drawing/2014/main" id="{F4E889CA-7702-408A-BDF0-904E421055D7}"/>
              </a:ext>
            </a:extLst>
          </p:cNvPr>
          <p:cNvSpPr>
            <a:spLocks noGrp="1"/>
          </p:cNvSpPr>
          <p:nvPr>
            <p:ph type="sldNum" sz="quarter" idx="12"/>
          </p:nvPr>
        </p:nvSpPr>
        <p:spPr/>
        <p:txBody>
          <a:bodyPr/>
          <a:lstStyle>
            <a:lvl1pPr>
              <a:defRPr/>
            </a:lvl1pPr>
          </a:lstStyle>
          <a:p>
            <a:pPr>
              <a:defRPr/>
            </a:pPr>
            <a:fld id="{4255DBE4-6BDD-46C2-BCD1-1CCB77254C3B}" type="slidenum">
              <a:rPr lang="es-ES"/>
              <a:pPr>
                <a:defRPr/>
              </a:pPr>
              <a:t>‹Nº›</a:t>
            </a:fld>
            <a:endParaRPr lang="es-ES"/>
          </a:p>
        </p:txBody>
      </p:sp>
    </p:spTree>
    <p:extLst>
      <p:ext uri="{BB962C8B-B14F-4D97-AF65-F5344CB8AC3E}">
        <p14:creationId xmlns:p14="http://schemas.microsoft.com/office/powerpoint/2010/main" val="13168743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5" name="TextBox 11">
            <a:extLst>
              <a:ext uri="{FF2B5EF4-FFF2-40B4-BE49-F238E27FC236}">
                <a16:creationId xmlns:a16="http://schemas.microsoft.com/office/drawing/2014/main" id="{7542CD7D-CBF6-454A-9020-F1C97BAC789F}"/>
              </a:ext>
            </a:extLst>
          </p:cNvPr>
          <p:cNvSpPr txBox="1">
            <a:spLocks noChangeArrowheads="1"/>
          </p:cNvSpPr>
          <p:nvPr/>
        </p:nvSpPr>
        <p:spPr bwMode="auto">
          <a:xfrm>
            <a:off x="877888" y="896938"/>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b="1">
                <a:solidFill>
                  <a:schemeClr val="tx1"/>
                </a:solidFill>
                <a:latin typeface="Century Gothic" panose="020B0502020202020204" pitchFamily="34" charset="0"/>
              </a:defRPr>
            </a:lvl1pPr>
            <a:lvl2pPr marL="742950" indent="-285750">
              <a:defRPr sz="2000" b="1">
                <a:solidFill>
                  <a:schemeClr val="tx1"/>
                </a:solidFill>
                <a:latin typeface="Century Gothic" panose="020B0502020202020204" pitchFamily="34" charset="0"/>
              </a:defRPr>
            </a:lvl2pPr>
            <a:lvl3pPr marL="1143000" indent="-228600">
              <a:defRPr sz="2000" b="1">
                <a:solidFill>
                  <a:schemeClr val="tx1"/>
                </a:solidFill>
                <a:latin typeface="Century Gothic" panose="020B0502020202020204" pitchFamily="34" charset="0"/>
              </a:defRPr>
            </a:lvl3pPr>
            <a:lvl4pPr marL="1600200" indent="-228600">
              <a:defRPr sz="2000" b="1">
                <a:solidFill>
                  <a:schemeClr val="tx1"/>
                </a:solidFill>
                <a:latin typeface="Century Gothic" panose="020B0502020202020204" pitchFamily="34" charset="0"/>
              </a:defRPr>
            </a:lvl4pPr>
            <a:lvl5pPr marL="2057400" indent="-228600">
              <a:defRPr sz="2000" b="1">
                <a:solidFill>
                  <a:schemeClr val="tx1"/>
                </a:solidFill>
                <a:latin typeface="Century Gothic" panose="020B0502020202020204" pitchFamily="34" charset="0"/>
              </a:defRPr>
            </a:lvl5pPr>
            <a:lvl6pPr marL="2514600" indent="-228600" eaLnBrk="0" fontAlgn="base" hangingPunct="0">
              <a:spcBef>
                <a:spcPct val="0"/>
              </a:spcBef>
              <a:spcAft>
                <a:spcPct val="0"/>
              </a:spcAft>
              <a:defRPr sz="2000" b="1">
                <a:solidFill>
                  <a:schemeClr val="tx1"/>
                </a:solidFill>
                <a:latin typeface="Century Gothic" panose="020B0502020202020204" pitchFamily="34" charset="0"/>
              </a:defRPr>
            </a:lvl6pPr>
            <a:lvl7pPr marL="2971800" indent="-228600" eaLnBrk="0" fontAlgn="base" hangingPunct="0">
              <a:spcBef>
                <a:spcPct val="0"/>
              </a:spcBef>
              <a:spcAft>
                <a:spcPct val="0"/>
              </a:spcAft>
              <a:defRPr sz="2000" b="1">
                <a:solidFill>
                  <a:schemeClr val="tx1"/>
                </a:solidFill>
                <a:latin typeface="Century Gothic" panose="020B0502020202020204" pitchFamily="34" charset="0"/>
              </a:defRPr>
            </a:lvl7pPr>
            <a:lvl8pPr marL="3429000" indent="-228600" eaLnBrk="0" fontAlgn="base" hangingPunct="0">
              <a:spcBef>
                <a:spcPct val="0"/>
              </a:spcBef>
              <a:spcAft>
                <a:spcPct val="0"/>
              </a:spcAft>
              <a:defRPr sz="2000" b="1">
                <a:solidFill>
                  <a:schemeClr val="tx1"/>
                </a:solidFill>
                <a:latin typeface="Century Gothic" panose="020B0502020202020204" pitchFamily="34" charset="0"/>
              </a:defRPr>
            </a:lvl8pPr>
            <a:lvl9pPr marL="3886200" indent="-228600" eaLnBrk="0" fontAlgn="base" hangingPunct="0">
              <a:spcBef>
                <a:spcPct val="0"/>
              </a:spcBef>
              <a:spcAft>
                <a:spcPct val="0"/>
              </a:spcAft>
              <a:defRPr sz="2000" b="1">
                <a:solidFill>
                  <a:schemeClr val="tx1"/>
                </a:solidFill>
                <a:latin typeface="Century Gothic" panose="020B0502020202020204" pitchFamily="34" charset="0"/>
              </a:defRPr>
            </a:lvl9pPr>
          </a:lstStyle>
          <a:p>
            <a:pPr>
              <a:defRPr/>
            </a:pPr>
            <a:r>
              <a:rPr lang="en-US" altLang="es-PE" sz="8000"/>
              <a:t>“</a:t>
            </a:r>
          </a:p>
        </p:txBody>
      </p:sp>
      <p:sp>
        <p:nvSpPr>
          <p:cNvPr id="6" name="TextBox 12">
            <a:extLst>
              <a:ext uri="{FF2B5EF4-FFF2-40B4-BE49-F238E27FC236}">
                <a16:creationId xmlns:a16="http://schemas.microsoft.com/office/drawing/2014/main" id="{76FADB1C-0BD5-4B7A-8E0F-020FA6236732}"/>
              </a:ext>
            </a:extLst>
          </p:cNvPr>
          <p:cNvSpPr txBox="1">
            <a:spLocks noChangeArrowheads="1"/>
          </p:cNvSpPr>
          <p:nvPr/>
        </p:nvSpPr>
        <p:spPr bwMode="auto">
          <a:xfrm>
            <a:off x="7650163" y="2608263"/>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b="1">
                <a:solidFill>
                  <a:schemeClr val="tx1"/>
                </a:solidFill>
                <a:latin typeface="Century Gothic" panose="020B0502020202020204" pitchFamily="34" charset="0"/>
              </a:defRPr>
            </a:lvl1pPr>
            <a:lvl2pPr marL="742950" indent="-285750">
              <a:defRPr sz="2000" b="1">
                <a:solidFill>
                  <a:schemeClr val="tx1"/>
                </a:solidFill>
                <a:latin typeface="Century Gothic" panose="020B0502020202020204" pitchFamily="34" charset="0"/>
              </a:defRPr>
            </a:lvl2pPr>
            <a:lvl3pPr marL="1143000" indent="-228600">
              <a:defRPr sz="2000" b="1">
                <a:solidFill>
                  <a:schemeClr val="tx1"/>
                </a:solidFill>
                <a:latin typeface="Century Gothic" panose="020B0502020202020204" pitchFamily="34" charset="0"/>
              </a:defRPr>
            </a:lvl3pPr>
            <a:lvl4pPr marL="1600200" indent="-228600">
              <a:defRPr sz="2000" b="1">
                <a:solidFill>
                  <a:schemeClr val="tx1"/>
                </a:solidFill>
                <a:latin typeface="Century Gothic" panose="020B0502020202020204" pitchFamily="34" charset="0"/>
              </a:defRPr>
            </a:lvl4pPr>
            <a:lvl5pPr marL="2057400" indent="-228600">
              <a:defRPr sz="2000" b="1">
                <a:solidFill>
                  <a:schemeClr val="tx1"/>
                </a:solidFill>
                <a:latin typeface="Century Gothic" panose="020B0502020202020204" pitchFamily="34" charset="0"/>
              </a:defRPr>
            </a:lvl5pPr>
            <a:lvl6pPr marL="2514600" indent="-228600" eaLnBrk="0" fontAlgn="base" hangingPunct="0">
              <a:spcBef>
                <a:spcPct val="0"/>
              </a:spcBef>
              <a:spcAft>
                <a:spcPct val="0"/>
              </a:spcAft>
              <a:defRPr sz="2000" b="1">
                <a:solidFill>
                  <a:schemeClr val="tx1"/>
                </a:solidFill>
                <a:latin typeface="Century Gothic" panose="020B0502020202020204" pitchFamily="34" charset="0"/>
              </a:defRPr>
            </a:lvl6pPr>
            <a:lvl7pPr marL="2971800" indent="-228600" eaLnBrk="0" fontAlgn="base" hangingPunct="0">
              <a:spcBef>
                <a:spcPct val="0"/>
              </a:spcBef>
              <a:spcAft>
                <a:spcPct val="0"/>
              </a:spcAft>
              <a:defRPr sz="2000" b="1">
                <a:solidFill>
                  <a:schemeClr val="tx1"/>
                </a:solidFill>
                <a:latin typeface="Century Gothic" panose="020B0502020202020204" pitchFamily="34" charset="0"/>
              </a:defRPr>
            </a:lvl7pPr>
            <a:lvl8pPr marL="3429000" indent="-228600" eaLnBrk="0" fontAlgn="base" hangingPunct="0">
              <a:spcBef>
                <a:spcPct val="0"/>
              </a:spcBef>
              <a:spcAft>
                <a:spcPct val="0"/>
              </a:spcAft>
              <a:defRPr sz="2000" b="1">
                <a:solidFill>
                  <a:schemeClr val="tx1"/>
                </a:solidFill>
                <a:latin typeface="Century Gothic" panose="020B0502020202020204" pitchFamily="34" charset="0"/>
              </a:defRPr>
            </a:lvl8pPr>
            <a:lvl9pPr marL="3886200" indent="-228600" eaLnBrk="0" fontAlgn="base" hangingPunct="0">
              <a:spcBef>
                <a:spcPct val="0"/>
              </a:spcBef>
              <a:spcAft>
                <a:spcPct val="0"/>
              </a:spcAft>
              <a:defRPr sz="2000" b="1">
                <a:solidFill>
                  <a:schemeClr val="tx1"/>
                </a:solidFill>
                <a:latin typeface="Century Gothic" panose="020B0502020202020204" pitchFamily="34" charset="0"/>
              </a:defRPr>
            </a:lvl9pPr>
          </a:lstStyle>
          <a:p>
            <a:pPr algn="r">
              <a:defRPr/>
            </a:pPr>
            <a:r>
              <a:rPr lang="en-US" altLang="es-PE" sz="8000"/>
              <a:t>”</a:t>
            </a:r>
          </a:p>
        </p:txBody>
      </p:sp>
      <p:cxnSp>
        <p:nvCxnSpPr>
          <p:cNvPr id="7" name="Straight Connector 25">
            <a:extLst>
              <a:ext uri="{FF2B5EF4-FFF2-40B4-BE49-F238E27FC236}">
                <a16:creationId xmlns:a16="http://schemas.microsoft.com/office/drawing/2014/main" id="{BC31DB2B-D532-4F54-9812-FB6B62F4C52A}"/>
              </a:ext>
            </a:extLst>
          </p:cNvPr>
          <p:cNvCxnSpPr/>
          <p:nvPr/>
        </p:nvCxnSpPr>
        <p:spPr>
          <a:xfrm>
            <a:off x="1277938" y="342900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409416" y="982132"/>
            <a:ext cx="6325168" cy="2243668"/>
          </a:xfrm>
        </p:spPr>
        <p:txBody>
          <a:bodyP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3" name="Text Placeholder 2"/>
          <p:cNvSpPr>
            <a:spLocks noGrp="1"/>
          </p:cNvSpPr>
          <p:nvPr>
            <p:ph type="body" idx="1"/>
          </p:nvPr>
        </p:nvSpPr>
        <p:spPr>
          <a:xfrm>
            <a:off x="1176865" y="4529667"/>
            <a:ext cx="6798736" cy="1346200"/>
          </a:xfrm>
        </p:spPr>
        <p:txBody>
          <a:bodyPr>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8" name="Date Placeholder 3">
            <a:extLst>
              <a:ext uri="{FF2B5EF4-FFF2-40B4-BE49-F238E27FC236}">
                <a16:creationId xmlns:a16="http://schemas.microsoft.com/office/drawing/2014/main" id="{4F099FA8-1C08-4F81-AD08-D93C0586EC24}"/>
              </a:ext>
            </a:extLst>
          </p:cNvPr>
          <p:cNvSpPr>
            <a:spLocks noGrp="1"/>
          </p:cNvSpPr>
          <p:nvPr>
            <p:ph type="dt" sz="half" idx="14"/>
          </p:nvPr>
        </p:nvSpPr>
        <p:spPr/>
        <p:txBody>
          <a:bodyPr/>
          <a:lstStyle>
            <a:lvl1pPr>
              <a:defRPr/>
            </a:lvl1pPr>
          </a:lstStyle>
          <a:p>
            <a:pPr>
              <a:defRPr/>
            </a:pPr>
            <a:endParaRPr lang="es-ES"/>
          </a:p>
        </p:txBody>
      </p:sp>
      <p:sp>
        <p:nvSpPr>
          <p:cNvPr id="9" name="Footer Placeholder 4">
            <a:extLst>
              <a:ext uri="{FF2B5EF4-FFF2-40B4-BE49-F238E27FC236}">
                <a16:creationId xmlns:a16="http://schemas.microsoft.com/office/drawing/2014/main" id="{1BF41255-1475-45BF-BF47-7B48953C0B54}"/>
              </a:ext>
            </a:extLst>
          </p:cNvPr>
          <p:cNvSpPr>
            <a:spLocks noGrp="1"/>
          </p:cNvSpPr>
          <p:nvPr>
            <p:ph type="ftr" sz="quarter" idx="15"/>
          </p:nvPr>
        </p:nvSpPr>
        <p:spPr/>
        <p:txBody>
          <a:bodyPr/>
          <a:lstStyle>
            <a:lvl1pPr>
              <a:defRPr/>
            </a:lvl1pPr>
          </a:lstStyle>
          <a:p>
            <a:pPr>
              <a:defRPr/>
            </a:pPr>
            <a:endParaRPr lang="es-ES"/>
          </a:p>
        </p:txBody>
      </p:sp>
      <p:sp>
        <p:nvSpPr>
          <p:cNvPr id="10" name="Slide Number Placeholder 5">
            <a:extLst>
              <a:ext uri="{FF2B5EF4-FFF2-40B4-BE49-F238E27FC236}">
                <a16:creationId xmlns:a16="http://schemas.microsoft.com/office/drawing/2014/main" id="{1C6F1D42-37CA-41CE-A216-E025A2E755D1}"/>
              </a:ext>
            </a:extLst>
          </p:cNvPr>
          <p:cNvSpPr>
            <a:spLocks noGrp="1"/>
          </p:cNvSpPr>
          <p:nvPr>
            <p:ph type="sldNum" sz="quarter" idx="16"/>
          </p:nvPr>
        </p:nvSpPr>
        <p:spPr/>
        <p:txBody>
          <a:bodyPr/>
          <a:lstStyle>
            <a:lvl1pPr>
              <a:defRPr/>
            </a:lvl1pPr>
          </a:lstStyle>
          <a:p>
            <a:pPr>
              <a:defRPr/>
            </a:pPr>
            <a:fld id="{99F18034-AFBE-4049-B652-EE6D39974E24}" type="slidenum">
              <a:rPr lang="es-ES"/>
              <a:pPr>
                <a:defRPr/>
              </a:pPr>
              <a:t>‹Nº›</a:t>
            </a:fld>
            <a:endParaRPr lang="es-ES"/>
          </a:p>
        </p:txBody>
      </p:sp>
    </p:spTree>
    <p:extLst>
      <p:ext uri="{BB962C8B-B14F-4D97-AF65-F5344CB8AC3E}">
        <p14:creationId xmlns:p14="http://schemas.microsoft.com/office/powerpoint/2010/main" val="188569231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cxnSp>
        <p:nvCxnSpPr>
          <p:cNvPr id="5" name="Straight Connector 14">
            <a:extLst>
              <a:ext uri="{FF2B5EF4-FFF2-40B4-BE49-F238E27FC236}">
                <a16:creationId xmlns:a16="http://schemas.microsoft.com/office/drawing/2014/main" id="{A7732817-2DA9-40FA-8A88-624F13CF7483}"/>
              </a:ext>
            </a:extLst>
          </p:cNvPr>
          <p:cNvCxnSpPr/>
          <p:nvPr/>
        </p:nvCxnSpPr>
        <p:spPr>
          <a:xfrm>
            <a:off x="1277938" y="3429000"/>
            <a:ext cx="660717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982131"/>
            <a:ext cx="6798734" cy="2294467"/>
          </a:xfrm>
        </p:spPr>
        <p:txBody>
          <a:bodyPr rtlCol="0">
            <a:normAutofit/>
          </a:bodyPr>
          <a:lstStyle>
            <a:lvl1pPr>
              <a:defRPr lang="en-US" sz="3200" b="0" dirty="0"/>
            </a:lvl1pPr>
          </a:lstStyle>
          <a:p>
            <a:pPr lvl="0"/>
            <a:r>
              <a:rPr lang="es-ES"/>
              <a:t>Haga clic para modificar el estilo de título del patrón</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3" name="Text Placeholder 2"/>
          <p:cNvSpPr>
            <a:spLocks noGrp="1"/>
          </p:cNvSpPr>
          <p:nvPr>
            <p:ph type="body" idx="1"/>
          </p:nvPr>
        </p:nvSpPr>
        <p:spPr>
          <a:xfrm>
            <a:off x="1176866" y="4470400"/>
            <a:ext cx="6798734" cy="1405467"/>
          </a:xfrm>
        </p:spPr>
        <p:txBody>
          <a:bodyPr>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6" name="Date Placeholder 3">
            <a:extLst>
              <a:ext uri="{FF2B5EF4-FFF2-40B4-BE49-F238E27FC236}">
                <a16:creationId xmlns:a16="http://schemas.microsoft.com/office/drawing/2014/main" id="{F296DA36-030D-43DF-A9A1-6C07BA3F7B1C}"/>
              </a:ext>
            </a:extLst>
          </p:cNvPr>
          <p:cNvSpPr>
            <a:spLocks noGrp="1"/>
          </p:cNvSpPr>
          <p:nvPr>
            <p:ph type="dt" sz="half" idx="14"/>
          </p:nvPr>
        </p:nvSpPr>
        <p:spPr/>
        <p:txBody>
          <a:bodyPr/>
          <a:lstStyle>
            <a:lvl1pPr>
              <a:defRPr/>
            </a:lvl1pPr>
          </a:lstStyle>
          <a:p>
            <a:pPr>
              <a:defRPr/>
            </a:pPr>
            <a:endParaRPr lang="es-ES"/>
          </a:p>
        </p:txBody>
      </p:sp>
      <p:sp>
        <p:nvSpPr>
          <p:cNvPr id="7" name="Footer Placeholder 4">
            <a:extLst>
              <a:ext uri="{FF2B5EF4-FFF2-40B4-BE49-F238E27FC236}">
                <a16:creationId xmlns:a16="http://schemas.microsoft.com/office/drawing/2014/main" id="{3535DAC5-85F9-4B2C-8DDB-02104AAF67BE}"/>
              </a:ext>
            </a:extLst>
          </p:cNvPr>
          <p:cNvSpPr>
            <a:spLocks noGrp="1"/>
          </p:cNvSpPr>
          <p:nvPr>
            <p:ph type="ftr" sz="quarter" idx="15"/>
          </p:nvPr>
        </p:nvSpPr>
        <p:spPr/>
        <p:txBody>
          <a:bodyPr/>
          <a:lstStyle>
            <a:lvl1pPr>
              <a:defRPr/>
            </a:lvl1pPr>
          </a:lstStyle>
          <a:p>
            <a:pPr>
              <a:defRPr/>
            </a:pPr>
            <a:endParaRPr lang="es-ES"/>
          </a:p>
        </p:txBody>
      </p:sp>
      <p:sp>
        <p:nvSpPr>
          <p:cNvPr id="8" name="Slide Number Placeholder 5">
            <a:extLst>
              <a:ext uri="{FF2B5EF4-FFF2-40B4-BE49-F238E27FC236}">
                <a16:creationId xmlns:a16="http://schemas.microsoft.com/office/drawing/2014/main" id="{1CCEC13F-28DD-4BF7-B255-34396BD0AB63}"/>
              </a:ext>
            </a:extLst>
          </p:cNvPr>
          <p:cNvSpPr>
            <a:spLocks noGrp="1"/>
          </p:cNvSpPr>
          <p:nvPr>
            <p:ph type="sldNum" sz="quarter" idx="16"/>
          </p:nvPr>
        </p:nvSpPr>
        <p:spPr/>
        <p:txBody>
          <a:bodyPr/>
          <a:lstStyle>
            <a:lvl1pPr>
              <a:defRPr/>
            </a:lvl1pPr>
          </a:lstStyle>
          <a:p>
            <a:pPr>
              <a:defRPr/>
            </a:pPr>
            <a:fld id="{5728DA7B-C3B6-4CCA-A288-186D65C677D8}" type="slidenum">
              <a:rPr lang="es-ES"/>
              <a:pPr>
                <a:defRPr/>
              </a:pPr>
              <a:t>‹Nº›</a:t>
            </a:fld>
            <a:endParaRPr lang="es-ES"/>
          </a:p>
        </p:txBody>
      </p:sp>
    </p:spTree>
    <p:extLst>
      <p:ext uri="{BB962C8B-B14F-4D97-AF65-F5344CB8AC3E}">
        <p14:creationId xmlns:p14="http://schemas.microsoft.com/office/powerpoint/2010/main" val="669125463"/>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cxnSp>
        <p:nvCxnSpPr>
          <p:cNvPr id="4" name="Straight Connector 13">
            <a:extLst>
              <a:ext uri="{FF2B5EF4-FFF2-40B4-BE49-F238E27FC236}">
                <a16:creationId xmlns:a16="http://schemas.microsoft.com/office/drawing/2014/main" id="{701873F4-0BFF-4270-B078-DC9CCF0AACFA}"/>
              </a:ext>
            </a:extLst>
          </p:cNvPr>
          <p:cNvCxnSpPr/>
          <p:nvPr/>
        </p:nvCxnSpPr>
        <p:spPr>
          <a:xfrm>
            <a:off x="1277938" y="2354263"/>
            <a:ext cx="660717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lgn="ct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3">
            <a:extLst>
              <a:ext uri="{FF2B5EF4-FFF2-40B4-BE49-F238E27FC236}">
                <a16:creationId xmlns:a16="http://schemas.microsoft.com/office/drawing/2014/main" id="{601BB8A9-D84D-4DB6-B186-DED77D064C40}"/>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8C6975E6-6FC0-46DA-9BCF-A9FE496DE4CF}"/>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BC81BABD-051F-460A-8592-849B826C0095}"/>
              </a:ext>
            </a:extLst>
          </p:cNvPr>
          <p:cNvSpPr>
            <a:spLocks noGrp="1"/>
          </p:cNvSpPr>
          <p:nvPr>
            <p:ph type="sldNum" sz="quarter" idx="12"/>
          </p:nvPr>
        </p:nvSpPr>
        <p:spPr/>
        <p:txBody>
          <a:bodyPr/>
          <a:lstStyle>
            <a:lvl1pPr>
              <a:defRPr/>
            </a:lvl1pPr>
          </a:lstStyle>
          <a:p>
            <a:pPr>
              <a:defRPr/>
            </a:pPr>
            <a:fld id="{672A89C9-94CA-4E6F-A83A-DB647082AC89}" type="slidenum">
              <a:rPr lang="es-ES"/>
              <a:pPr>
                <a:defRPr/>
              </a:pPr>
              <a:t>‹Nº›</a:t>
            </a:fld>
            <a:endParaRPr lang="es-ES"/>
          </a:p>
        </p:txBody>
      </p:sp>
    </p:spTree>
    <p:extLst>
      <p:ext uri="{BB962C8B-B14F-4D97-AF65-F5344CB8AC3E}">
        <p14:creationId xmlns:p14="http://schemas.microsoft.com/office/powerpoint/2010/main" val="36100582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cxnSp>
        <p:nvCxnSpPr>
          <p:cNvPr id="4" name="Straight Connector 13">
            <a:extLst>
              <a:ext uri="{FF2B5EF4-FFF2-40B4-BE49-F238E27FC236}">
                <a16:creationId xmlns:a16="http://schemas.microsoft.com/office/drawing/2014/main" id="{32195092-8185-492F-9E90-48109E482698}"/>
              </a:ext>
            </a:extLst>
          </p:cNvPr>
          <p:cNvCxnSpPr/>
          <p:nvPr/>
        </p:nvCxnSpPr>
        <p:spPr>
          <a:xfrm>
            <a:off x="6245225" y="906463"/>
            <a:ext cx="0" cy="4968875"/>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Vertical Title 1"/>
          <p:cNvSpPr>
            <a:spLocks noGrp="1"/>
          </p:cNvSpPr>
          <p:nvPr>
            <p:ph type="title" orient="vert"/>
          </p:nvPr>
        </p:nvSpPr>
        <p:spPr>
          <a:xfrm>
            <a:off x="6356667" y="906873"/>
            <a:ext cx="1618930" cy="496899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3">
            <a:extLst>
              <a:ext uri="{FF2B5EF4-FFF2-40B4-BE49-F238E27FC236}">
                <a16:creationId xmlns:a16="http://schemas.microsoft.com/office/drawing/2014/main" id="{429BCF58-E49F-4F5F-B208-C25B1DBBA033}"/>
              </a:ext>
            </a:extLst>
          </p:cNvPr>
          <p:cNvSpPr>
            <a:spLocks noGrp="1"/>
          </p:cNvSpPr>
          <p:nvPr>
            <p:ph type="dt" sz="half" idx="10"/>
          </p:nvPr>
        </p:nvSpPr>
        <p:spPr/>
        <p:txBody>
          <a:bodyPr/>
          <a:lstStyle>
            <a:lvl1pPr>
              <a:defRPr/>
            </a:lvl1pPr>
          </a:lstStyle>
          <a:p>
            <a:pPr>
              <a:defRPr/>
            </a:pPr>
            <a:endParaRPr lang="es-ES"/>
          </a:p>
        </p:txBody>
      </p:sp>
      <p:sp>
        <p:nvSpPr>
          <p:cNvPr id="6" name="Footer Placeholder 4">
            <a:extLst>
              <a:ext uri="{FF2B5EF4-FFF2-40B4-BE49-F238E27FC236}">
                <a16:creationId xmlns:a16="http://schemas.microsoft.com/office/drawing/2014/main" id="{2EBCBF35-BFA8-48FD-A382-D3207694DEC3}"/>
              </a:ext>
            </a:extLst>
          </p:cNvPr>
          <p:cNvSpPr>
            <a:spLocks noGrp="1"/>
          </p:cNvSpPr>
          <p:nvPr>
            <p:ph type="ftr" sz="quarter" idx="11"/>
          </p:nvPr>
        </p:nvSpPr>
        <p:spPr/>
        <p:txBody>
          <a:bodyPr/>
          <a:lstStyle>
            <a:lvl1pPr>
              <a:defRPr/>
            </a:lvl1pPr>
          </a:lstStyle>
          <a:p>
            <a:pPr>
              <a:defRPr/>
            </a:pPr>
            <a:endParaRPr lang="es-ES"/>
          </a:p>
        </p:txBody>
      </p:sp>
      <p:sp>
        <p:nvSpPr>
          <p:cNvPr id="7" name="Slide Number Placeholder 5">
            <a:extLst>
              <a:ext uri="{FF2B5EF4-FFF2-40B4-BE49-F238E27FC236}">
                <a16:creationId xmlns:a16="http://schemas.microsoft.com/office/drawing/2014/main" id="{35FE1CEB-CE9C-41C6-9247-A8ED0B835C9A}"/>
              </a:ext>
            </a:extLst>
          </p:cNvPr>
          <p:cNvSpPr>
            <a:spLocks noGrp="1"/>
          </p:cNvSpPr>
          <p:nvPr>
            <p:ph type="sldNum" sz="quarter" idx="12"/>
          </p:nvPr>
        </p:nvSpPr>
        <p:spPr/>
        <p:txBody>
          <a:bodyPr/>
          <a:lstStyle>
            <a:lvl1pPr>
              <a:defRPr/>
            </a:lvl1pPr>
          </a:lstStyle>
          <a:p>
            <a:pPr>
              <a:defRPr/>
            </a:pPr>
            <a:fld id="{E6718D54-C875-4E6F-A8C3-068F5EC6BA8B}" type="slidenum">
              <a:rPr lang="es-ES"/>
              <a:pPr>
                <a:defRPr/>
              </a:pPr>
              <a:t>‹Nº›</a:t>
            </a:fld>
            <a:endParaRPr lang="es-ES"/>
          </a:p>
        </p:txBody>
      </p:sp>
    </p:spTree>
    <p:extLst>
      <p:ext uri="{BB962C8B-B14F-4D97-AF65-F5344CB8AC3E}">
        <p14:creationId xmlns:p14="http://schemas.microsoft.com/office/powerpoint/2010/main" val="1134153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9"/>
          <a:srcRect/>
          <a:stretch>
            <a:fillRect/>
          </a:stretch>
        </a:blipFill>
        <a:effectLst/>
      </p:bgPr>
    </p:bg>
    <p:spTree>
      <p:nvGrpSpPr>
        <p:cNvPr id="1" name=""/>
        <p:cNvGrpSpPr/>
        <p:nvPr/>
      </p:nvGrpSpPr>
      <p:grpSpPr>
        <a:xfrm>
          <a:off x="0" y="0"/>
          <a:ext cx="0" cy="0"/>
          <a:chOff x="0" y="0"/>
          <a:chExt cx="0" cy="0"/>
        </a:xfrm>
      </p:grpSpPr>
      <p:grpSp>
        <p:nvGrpSpPr>
          <p:cNvPr id="1026" name="Group 6"/>
          <p:cNvGrpSpPr>
            <a:grpSpLocks/>
          </p:cNvGrpSpPr>
          <p:nvPr/>
        </p:nvGrpSpPr>
        <p:grpSpPr bwMode="auto">
          <a:xfrm>
            <a:off x="0" y="0"/>
            <a:ext cx="9151938" cy="6858000"/>
            <a:chOff x="0" y="0"/>
            <a:chExt cx="9152467" cy="6858000"/>
          </a:xfrm>
        </p:grpSpPr>
        <p:pic>
          <p:nvPicPr>
            <p:cNvPr id="1032" name="Picture 7"/>
            <p:cNvPicPr>
              <a:picLocks noChangeAspect="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703C5284-75EF-4C3D-99A6-723EEA387F1C}"/>
                </a:ext>
              </a:extLst>
            </p:cNvPr>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36" name="Picture 9"/>
            <p:cNvPicPr>
              <a:picLocks noChangeAspect="1"/>
            </p:cNvPicPr>
            <p:nvPr/>
          </p:nvPicPr>
          <p:blipFill>
            <a:blip r:embed="rId21">
              <a:extLst>
                <a:ext uri="{28A0092B-C50C-407E-A947-70E740481C1C}">
                  <a14:useLocalDpi xmlns:a14="http://schemas.microsoft.com/office/drawing/2010/main" val="0"/>
                </a:ext>
              </a:extLst>
            </a:blip>
            <a:srcRect l="2" r="14240"/>
            <a:stretch>
              <a:fillRect/>
            </a:stretch>
          </p:blipFill>
          <p:spPr bwMode="auto">
            <a:xfrm>
              <a:off x="0" y="3128434"/>
              <a:ext cx="6858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7" name="Picture 10"/>
            <p:cNvPicPr>
              <a:picLocks noChangeAspect="1"/>
            </p:cNvPicPr>
            <p:nvPr/>
          </p:nvPicPr>
          <p:blipFill>
            <a:blip r:embed="rId21">
              <a:extLst>
                <a:ext uri="{28A0092B-C50C-407E-A947-70E740481C1C}">
                  <a14:useLocalDpi xmlns:a14="http://schemas.microsoft.com/office/drawing/2010/main" val="0"/>
                </a:ext>
              </a:extLst>
            </a:blip>
            <a:srcRect l="2" r="14240"/>
            <a:stretch>
              <a:fillRect/>
            </a:stretch>
          </p:blipFill>
          <p:spPr bwMode="auto">
            <a:xfrm>
              <a:off x="8466667" y="3128434"/>
              <a:ext cx="6858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7" name="Title Placeholder 1"/>
          <p:cNvSpPr>
            <a:spLocks noGrp="1"/>
          </p:cNvSpPr>
          <p:nvPr>
            <p:ph type="title"/>
          </p:nvPr>
        </p:nvSpPr>
        <p:spPr bwMode="auto">
          <a:xfrm>
            <a:off x="1176338" y="915988"/>
            <a:ext cx="6799262"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PE"/>
              <a:t>Haga clic para modificar el estilo de título del patrón</a:t>
            </a:r>
            <a:endParaRPr lang="en-US" altLang="es-PE"/>
          </a:p>
        </p:txBody>
      </p:sp>
      <p:sp>
        <p:nvSpPr>
          <p:cNvPr id="1028" name="Text Placeholder 2"/>
          <p:cNvSpPr>
            <a:spLocks noGrp="1"/>
          </p:cNvSpPr>
          <p:nvPr>
            <p:ph type="body" idx="1"/>
          </p:nvPr>
        </p:nvSpPr>
        <p:spPr bwMode="auto">
          <a:xfrm>
            <a:off x="1176338" y="2490788"/>
            <a:ext cx="6799262"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PE"/>
              <a:t>Haga clic para modificar el estilo de texto del patrón</a:t>
            </a:r>
          </a:p>
          <a:p>
            <a:pPr lvl="1"/>
            <a:r>
              <a:rPr lang="es-ES" altLang="es-PE"/>
              <a:t>Segundo nivel</a:t>
            </a:r>
          </a:p>
          <a:p>
            <a:pPr lvl="2"/>
            <a:r>
              <a:rPr lang="es-ES" altLang="es-PE"/>
              <a:t>Tercer nivel</a:t>
            </a:r>
          </a:p>
          <a:p>
            <a:pPr lvl="3"/>
            <a:r>
              <a:rPr lang="es-ES" altLang="es-PE"/>
              <a:t>Cuarto nivel</a:t>
            </a:r>
          </a:p>
          <a:p>
            <a:pPr lvl="4"/>
            <a:r>
              <a:rPr lang="es-ES" altLang="es-PE"/>
              <a:t>Quinto nivel</a:t>
            </a:r>
            <a:endParaRPr lang="en-US" altLang="es-PE"/>
          </a:p>
        </p:txBody>
      </p:sp>
      <p:sp>
        <p:nvSpPr>
          <p:cNvPr id="4" name="Date Placeholder 3">
            <a:extLst>
              <a:ext uri="{FF2B5EF4-FFF2-40B4-BE49-F238E27FC236}">
                <a16:creationId xmlns:a16="http://schemas.microsoft.com/office/drawing/2014/main" id="{781CD13B-E960-4D71-8D84-EB4868BA43F0}"/>
              </a:ext>
            </a:extLst>
          </p:cNvPr>
          <p:cNvSpPr>
            <a:spLocks noGrp="1"/>
          </p:cNvSpPr>
          <p:nvPr>
            <p:ph type="dt" sz="half" idx="2"/>
          </p:nvPr>
        </p:nvSpPr>
        <p:spPr>
          <a:xfrm>
            <a:off x="6356350" y="5961063"/>
            <a:ext cx="114935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endParaRPr lang="es-ES"/>
          </a:p>
        </p:txBody>
      </p:sp>
      <p:sp>
        <p:nvSpPr>
          <p:cNvPr id="5" name="Footer Placeholder 4">
            <a:extLst>
              <a:ext uri="{FF2B5EF4-FFF2-40B4-BE49-F238E27FC236}">
                <a16:creationId xmlns:a16="http://schemas.microsoft.com/office/drawing/2014/main" id="{880EDA6E-51F2-434B-B9A8-15CFE5A91026}"/>
              </a:ext>
            </a:extLst>
          </p:cNvPr>
          <p:cNvSpPr>
            <a:spLocks noGrp="1"/>
          </p:cNvSpPr>
          <p:nvPr>
            <p:ph type="ftr" sz="quarter" idx="3"/>
          </p:nvPr>
        </p:nvSpPr>
        <p:spPr>
          <a:xfrm>
            <a:off x="1176338" y="5961063"/>
            <a:ext cx="51054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es-ES"/>
          </a:p>
        </p:txBody>
      </p:sp>
      <p:sp>
        <p:nvSpPr>
          <p:cNvPr id="6" name="Slide Number Placeholder 5">
            <a:extLst>
              <a:ext uri="{FF2B5EF4-FFF2-40B4-BE49-F238E27FC236}">
                <a16:creationId xmlns:a16="http://schemas.microsoft.com/office/drawing/2014/main" id="{F4E889CA-7702-408A-BDF0-904E421055D7}"/>
              </a:ext>
            </a:extLst>
          </p:cNvPr>
          <p:cNvSpPr>
            <a:spLocks noGrp="1"/>
          </p:cNvSpPr>
          <p:nvPr>
            <p:ph type="sldNum" sz="quarter" idx="4"/>
          </p:nvPr>
        </p:nvSpPr>
        <p:spPr>
          <a:xfrm>
            <a:off x="7580313" y="5961063"/>
            <a:ext cx="39528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B13AD5DA-4338-4025-90AB-1661B6E48B03}" type="slidenum">
              <a:rPr lang="es-ES"/>
              <a:pPr>
                <a:defRPr/>
              </a:pPr>
              <a:t>‹Nº›</a:t>
            </a:fld>
            <a:endParaRPr lang="es-ES"/>
          </a:p>
        </p:txBody>
      </p:sp>
    </p:spTree>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21" r:id="rId7"/>
    <p:sldLayoutId id="2147484031" r:id="rId8"/>
    <p:sldLayoutId id="2147484022" r:id="rId9"/>
    <p:sldLayoutId id="2147484023" r:id="rId10"/>
    <p:sldLayoutId id="2147484032" r:id="rId11"/>
    <p:sldLayoutId id="2147484033" r:id="rId12"/>
    <p:sldLayoutId id="2147484024" r:id="rId13"/>
    <p:sldLayoutId id="2147484034" r:id="rId14"/>
    <p:sldLayoutId id="2147484035" r:id="rId15"/>
    <p:sldLayoutId id="2147484036" r:id="rId16"/>
    <p:sldLayoutId id="2147484037" r:id="rId17"/>
  </p:sldLayoutIdLst>
  <p:hf hdr="0" ftr="0" dt="0"/>
  <p:txStyles>
    <p:titleStyle>
      <a:lvl1pPr algn="ctr" defTabSz="457200" rtl="0" eaLnBrk="0" fontAlgn="base" hangingPunct="0">
        <a:spcBef>
          <a:spcPct val="0"/>
        </a:spcBef>
        <a:spcAft>
          <a:spcPct val="0"/>
        </a:spcAft>
        <a:defRPr sz="4000" kern="1200">
          <a:ln w="3175" cmpd="sng">
            <a:noFill/>
          </a:ln>
          <a:solidFill>
            <a:srgbClr val="262626"/>
          </a:solidFill>
          <a:latin typeface="+mj-lt"/>
          <a:ea typeface="+mj-ea"/>
          <a:cs typeface="+mj-cs"/>
        </a:defRPr>
      </a:lvl1pPr>
      <a:lvl2pPr algn="ctr" defTabSz="457200" rtl="0" eaLnBrk="0" fontAlgn="base" hangingPunct="0">
        <a:spcBef>
          <a:spcPct val="0"/>
        </a:spcBef>
        <a:spcAft>
          <a:spcPct val="0"/>
        </a:spcAft>
        <a:defRPr sz="4000">
          <a:solidFill>
            <a:srgbClr val="262626"/>
          </a:solidFill>
          <a:latin typeface="Garamond" panose="02020404030301010803" pitchFamily="18" charset="0"/>
        </a:defRPr>
      </a:lvl2pPr>
      <a:lvl3pPr algn="ctr" defTabSz="457200" rtl="0" eaLnBrk="0" fontAlgn="base" hangingPunct="0">
        <a:spcBef>
          <a:spcPct val="0"/>
        </a:spcBef>
        <a:spcAft>
          <a:spcPct val="0"/>
        </a:spcAft>
        <a:defRPr sz="4000">
          <a:solidFill>
            <a:srgbClr val="262626"/>
          </a:solidFill>
          <a:latin typeface="Garamond" panose="02020404030301010803" pitchFamily="18" charset="0"/>
        </a:defRPr>
      </a:lvl3pPr>
      <a:lvl4pPr algn="ctr" defTabSz="457200" rtl="0" eaLnBrk="0" fontAlgn="base" hangingPunct="0">
        <a:spcBef>
          <a:spcPct val="0"/>
        </a:spcBef>
        <a:spcAft>
          <a:spcPct val="0"/>
        </a:spcAft>
        <a:defRPr sz="4000">
          <a:solidFill>
            <a:srgbClr val="262626"/>
          </a:solidFill>
          <a:latin typeface="Garamond" panose="02020404030301010803" pitchFamily="18" charset="0"/>
        </a:defRPr>
      </a:lvl4pPr>
      <a:lvl5pPr algn="ctr" defTabSz="457200" rtl="0" eaLnBrk="0" fontAlgn="base" hangingPunct="0">
        <a:spcBef>
          <a:spcPct val="0"/>
        </a:spcBef>
        <a:spcAft>
          <a:spcPct val="0"/>
        </a:spcAft>
        <a:defRPr sz="4000">
          <a:solidFill>
            <a:srgbClr val="262626"/>
          </a:solidFill>
          <a:latin typeface="Garamond" panose="02020404030301010803" pitchFamily="18"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0" fontAlgn="base" hangingPunct="0">
        <a:spcBef>
          <a:spcPct val="20000"/>
        </a:spcBef>
        <a:spcAft>
          <a:spcPts val="600"/>
        </a:spcAft>
        <a:buClr>
          <a:schemeClr val="accent1"/>
        </a:buClr>
        <a:buSzPct val="115000"/>
        <a:buFont typeface="Arial" panose="020B0604020202020204" pitchFamily="34" charset="0"/>
        <a:buChar char="•"/>
        <a:defRPr sz="2400" kern="1200">
          <a:solidFill>
            <a:srgbClr val="262626"/>
          </a:solidFill>
          <a:latin typeface="+mn-lt"/>
          <a:ea typeface="+mn-ea"/>
          <a:cs typeface="+mn-cs"/>
        </a:defRPr>
      </a:lvl1pPr>
      <a:lvl2pPr marL="742950" indent="-285750" algn="l" defTabSz="457200" rtl="0" eaLnBrk="0" fontAlgn="base" hangingPunct="0">
        <a:spcBef>
          <a:spcPct val="20000"/>
        </a:spcBef>
        <a:spcAft>
          <a:spcPts val="600"/>
        </a:spcAft>
        <a:buClr>
          <a:schemeClr val="accent1"/>
        </a:buClr>
        <a:buSzPct val="115000"/>
        <a:buFont typeface="Arial" panose="020B0604020202020204" pitchFamily="34" charset="0"/>
        <a:buChar char="•"/>
        <a:defRPr sz="2000" kern="1200">
          <a:solidFill>
            <a:srgbClr val="262626"/>
          </a:solidFill>
          <a:latin typeface="+mn-lt"/>
          <a:ea typeface="+mn-ea"/>
          <a:cs typeface="+mn-cs"/>
        </a:defRPr>
      </a:lvl2pPr>
      <a:lvl3pPr marL="1200150" indent="-285750" algn="l" defTabSz="457200" rtl="0" eaLnBrk="0" fontAlgn="base" hangingPunct="0">
        <a:spcBef>
          <a:spcPct val="20000"/>
        </a:spcBef>
        <a:spcAft>
          <a:spcPts val="600"/>
        </a:spcAft>
        <a:buClr>
          <a:schemeClr val="accent1"/>
        </a:buClr>
        <a:buSzPct val="115000"/>
        <a:buFont typeface="Arial" panose="020B0604020202020204" pitchFamily="34" charset="0"/>
        <a:buChar char="•"/>
        <a:defRPr kern="1200">
          <a:solidFill>
            <a:srgbClr val="262626"/>
          </a:solidFill>
          <a:latin typeface="+mn-lt"/>
          <a:ea typeface="+mn-ea"/>
          <a:cs typeface="+mn-cs"/>
        </a:defRPr>
      </a:lvl3pPr>
      <a:lvl4pPr marL="1543050" indent="-171450" algn="l" defTabSz="457200" rtl="0" eaLnBrk="0" fontAlgn="base" hangingPunct="0">
        <a:spcBef>
          <a:spcPct val="20000"/>
        </a:spcBef>
        <a:spcAft>
          <a:spcPts val="600"/>
        </a:spcAft>
        <a:buClr>
          <a:schemeClr val="accent1"/>
        </a:buClr>
        <a:buSzPct val="115000"/>
        <a:buFont typeface="Arial" panose="020B0604020202020204" pitchFamily="34" charset="0"/>
        <a:buChar char="•"/>
        <a:defRPr sz="1600" kern="1200">
          <a:solidFill>
            <a:srgbClr val="262626"/>
          </a:solidFill>
          <a:latin typeface="+mn-lt"/>
          <a:ea typeface="+mn-ea"/>
          <a:cs typeface="+mn-cs"/>
        </a:defRPr>
      </a:lvl4pPr>
      <a:lvl5pPr marL="2000250" indent="-171450" algn="l" defTabSz="457200" rtl="0" eaLnBrk="0" fontAlgn="base" hangingPunct="0">
        <a:spcBef>
          <a:spcPct val="20000"/>
        </a:spcBef>
        <a:spcAft>
          <a:spcPts val="600"/>
        </a:spcAft>
        <a:buClr>
          <a:schemeClr val="accent1"/>
        </a:buClr>
        <a:buSzPct val="115000"/>
        <a:buFont typeface="Arial" panose="020B0604020202020204" pitchFamily="34" charset="0"/>
        <a:buChar char="•"/>
        <a:defRPr sz="1400" kern="1200">
          <a:solidFill>
            <a:srgbClr val="262626"/>
          </a:solidFill>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Resultado de imagen para que es la estadist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6313" y="2997200"/>
            <a:ext cx="5184775"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Título 4"/>
          <p:cNvSpPr>
            <a:spLocks noGrp="1"/>
          </p:cNvSpPr>
          <p:nvPr>
            <p:ph type="ctrTitle"/>
          </p:nvPr>
        </p:nvSpPr>
        <p:spPr>
          <a:xfrm>
            <a:off x="179388" y="668338"/>
            <a:ext cx="7772400" cy="1046162"/>
          </a:xfrm>
        </p:spPr>
        <p:txBody>
          <a:bodyPr/>
          <a:lstStyle/>
          <a:p>
            <a:pPr eaLnBrk="1" hangingPunct="1"/>
            <a:r>
              <a:rPr lang="es-PE" altLang="es-PE" dirty="0">
                <a:ln>
                  <a:noFill/>
                </a:ln>
                <a:solidFill>
                  <a:srgbClr val="FF6600"/>
                </a:solidFill>
                <a:latin typeface="Algerian" panose="04020705040A02060702" pitchFamily="82" charset="0"/>
              </a:rPr>
              <a:t>ESTADISTICA </a:t>
            </a:r>
            <a:br>
              <a:rPr lang="es-PE" altLang="es-PE" dirty="0">
                <a:ln>
                  <a:noFill/>
                </a:ln>
                <a:solidFill>
                  <a:srgbClr val="FF6600"/>
                </a:solidFill>
                <a:latin typeface="Algerian" panose="04020705040A02060702" pitchFamily="82" charset="0"/>
              </a:rPr>
            </a:br>
            <a:endParaRPr lang="es-PE" altLang="es-PE" dirty="0">
              <a:ln>
                <a:noFill/>
              </a:ln>
              <a:solidFill>
                <a:srgbClr val="FF6600"/>
              </a:solidFill>
              <a:latin typeface="Algerian" panose="04020705040A02060702" pitchFamily="82" charset="0"/>
            </a:endParaRPr>
          </a:p>
        </p:txBody>
      </p:sp>
      <p:sp>
        <p:nvSpPr>
          <p:cNvPr id="16388" name="Subtítulo 5"/>
          <p:cNvSpPr>
            <a:spLocks noGrp="1"/>
          </p:cNvSpPr>
          <p:nvPr>
            <p:ph type="subTitle" idx="1"/>
          </p:nvPr>
        </p:nvSpPr>
        <p:spPr>
          <a:xfrm>
            <a:off x="-746125" y="5178425"/>
            <a:ext cx="6113463" cy="1752600"/>
          </a:xfrm>
        </p:spPr>
        <p:txBody>
          <a:bodyPr/>
          <a:lstStyle/>
          <a:p>
            <a:pPr eaLnBrk="1" hangingPunct="1"/>
            <a:endParaRPr lang="es-PE" altLang="es-PE" dirty="0"/>
          </a:p>
          <a:p>
            <a:pPr eaLnBrk="1" hangingPunct="1"/>
            <a:endParaRPr lang="es-PE" altLang="es-PE" dirty="0"/>
          </a:p>
          <a:p>
            <a:pPr eaLnBrk="1" hangingPunct="1"/>
            <a:r>
              <a:rPr lang="es-PE" altLang="es-PE" sz="2400"/>
              <a:t>Mg</a:t>
            </a:r>
            <a:r>
              <a:rPr lang="es-PE" altLang="es-PE" sz="2400" dirty="0"/>
              <a:t>. Edward I. Terrones Gálvez</a:t>
            </a:r>
          </a:p>
        </p:txBody>
      </p:sp>
      <p:sp>
        <p:nvSpPr>
          <p:cNvPr id="16389" name="Marcador de número de diapositiva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spcBef>
                <a:spcPct val="0"/>
              </a:spcBef>
              <a:spcAft>
                <a:spcPct val="0"/>
              </a:spcAft>
              <a:buClrTx/>
              <a:buSzTx/>
              <a:buFontTx/>
              <a:buNone/>
            </a:pPr>
            <a:fld id="{34E1570C-821F-416A-B869-586002FC83C9}" type="slidenum">
              <a:rPr lang="es-ES" altLang="es-PE" sz="1400" smtClean="0">
                <a:solidFill>
                  <a:schemeClr val="tx1"/>
                </a:solidFill>
                <a:latin typeface="Times New Roman" panose="02020603050405020304" pitchFamily="18" charset="0"/>
              </a:rPr>
              <a:pPr>
                <a:spcBef>
                  <a:spcPct val="0"/>
                </a:spcBef>
                <a:spcAft>
                  <a:spcPct val="0"/>
                </a:spcAft>
                <a:buClrTx/>
                <a:buSzTx/>
                <a:buFontTx/>
                <a:buNone/>
              </a:pPr>
              <a:t>1</a:t>
            </a:fld>
            <a:endParaRPr lang="es-ES" altLang="es-PE" sz="1400">
              <a:solidFill>
                <a:schemeClr val="tx1"/>
              </a:solidFill>
              <a:latin typeface="Times New Roman" panose="02020603050405020304" pitchFamily="18" charset="0"/>
            </a:endParaRPr>
          </a:p>
        </p:txBody>
      </p:sp>
      <p:sp>
        <p:nvSpPr>
          <p:cNvPr id="6" name="Título 4">
            <a:extLst>
              <a:ext uri="{FF2B5EF4-FFF2-40B4-BE49-F238E27FC236}">
                <a16:creationId xmlns:a16="http://schemas.microsoft.com/office/drawing/2014/main" id="{17C81835-BB27-42D1-8B5E-853A28381274}"/>
              </a:ext>
            </a:extLst>
          </p:cNvPr>
          <p:cNvSpPr txBox="1">
            <a:spLocks/>
          </p:cNvSpPr>
          <p:nvPr/>
        </p:nvSpPr>
        <p:spPr bwMode="auto">
          <a:xfrm>
            <a:off x="323528" y="1292427"/>
            <a:ext cx="77724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pPr>
              <a:defRPr/>
            </a:pPr>
            <a:endParaRPr lang="es-PE" b="0" kern="0" dirty="0">
              <a:latin typeface="Algerian" panose="04020705040A02060702" pitchFamily="82" charset="0"/>
            </a:endParaRPr>
          </a:p>
          <a:p>
            <a:pPr>
              <a:defRPr/>
            </a:pPr>
            <a:endParaRPr lang="es-PE" b="0" kern="0" dirty="0">
              <a:latin typeface="Algerian" panose="04020705040A02060702" pitchFamily="82" charset="0"/>
            </a:endParaRPr>
          </a:p>
          <a:p>
            <a:pPr>
              <a:defRPr/>
            </a:pPr>
            <a:r>
              <a:rPr lang="es-PE" b="0" kern="0" dirty="0">
                <a:latin typeface="Algerian" panose="04020705040A02060702" pitchFamily="82" charset="0"/>
              </a:rPr>
              <a:t>TIPOS DE VARIABLES</a:t>
            </a:r>
          </a:p>
          <a:p>
            <a:pPr>
              <a:defRPr/>
            </a:pPr>
            <a:r>
              <a:rPr lang="es-ES" b="0" kern="0" dirty="0">
                <a:latin typeface="Algerian" panose="04020705040A02060702" pitchFamily="82" charset="0"/>
              </a:rPr>
              <a:t>estadisticas</a:t>
            </a:r>
            <a:endParaRPr lang="es-PE" b="0" kern="0" dirty="0">
              <a:latin typeface="Algerian" panose="04020705040A02060702" pitchFamily="82" charset="0"/>
            </a:endParaRPr>
          </a:p>
        </p:txBody>
      </p:sp>
      <p:pic>
        <p:nvPicPr>
          <p:cNvPr id="2" name="Picture 2" descr="Universidad Nacional de Barranca">
            <a:extLst>
              <a:ext uri="{FF2B5EF4-FFF2-40B4-BE49-F238E27FC236}">
                <a16:creationId xmlns:a16="http://schemas.microsoft.com/office/drawing/2014/main" id="{E529FCFA-CAC8-DFEA-1922-1C04595746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676" b="23845"/>
          <a:stretch/>
        </p:blipFill>
        <p:spPr bwMode="auto">
          <a:xfrm>
            <a:off x="7035759" y="20266"/>
            <a:ext cx="2143125" cy="1296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800100" y="274754"/>
            <a:ext cx="7543800" cy="1449388"/>
          </a:xfrm>
        </p:spPr>
        <p:txBody>
          <a:bodyPr>
            <a:normAutofit/>
          </a:bodyPr>
          <a:lstStyle/>
          <a:p>
            <a:pPr algn="ctr">
              <a:defRPr/>
            </a:pPr>
            <a:r>
              <a:rPr lang="es-ES" altLang="es-PE" dirty="0">
                <a:solidFill>
                  <a:srgbClr val="0070C0"/>
                </a:solidFill>
                <a:latin typeface="Algerian" panose="04020705040A02060702" pitchFamily="82" charset="0"/>
              </a:rPr>
              <a:t>Variable Estadística</a:t>
            </a:r>
          </a:p>
        </p:txBody>
      </p:sp>
      <p:sp>
        <p:nvSpPr>
          <p:cNvPr id="11267" name="Rectangle 3"/>
          <p:cNvSpPr>
            <a:spLocks noGrp="1" noChangeArrowheads="1"/>
          </p:cNvSpPr>
          <p:nvPr>
            <p:ph idx="1"/>
          </p:nvPr>
        </p:nvSpPr>
        <p:spPr>
          <a:xfrm>
            <a:off x="971599" y="1599133"/>
            <a:ext cx="6984777" cy="4255541"/>
          </a:xfrm>
        </p:spPr>
        <p:txBody>
          <a:bodyPr>
            <a:noAutofit/>
          </a:bodyPr>
          <a:lstStyle/>
          <a:p>
            <a:pPr marL="0" indent="0" algn="just" defTabSz="915988">
              <a:lnSpc>
                <a:spcPct val="150000"/>
              </a:lnSpc>
              <a:buNone/>
              <a:defRPr/>
            </a:pPr>
            <a:r>
              <a:rPr lang="es-PE" altLang="es-PE" sz="2000" dirty="0">
                <a:solidFill>
                  <a:srgbClr val="1C1C1C"/>
                </a:solidFill>
                <a:latin typeface="Calibri" panose="020F0502020204030204" pitchFamily="34" charset="0"/>
                <a:ea typeface="Verdana" panose="020B0604030504040204" pitchFamily="34" charset="0"/>
                <a:cs typeface="Calibri" panose="020F0502020204030204" pitchFamily="34" charset="0"/>
              </a:rPr>
              <a:t>Se denomina variable estadística a una característica definida en la población por la tarea o investigación estadística, que puede tomar dos o más valores (cualidades o números).</a:t>
            </a:r>
          </a:p>
          <a:p>
            <a:pPr marL="0" indent="0" algn="just" defTabSz="915988">
              <a:lnSpc>
                <a:spcPct val="150000"/>
              </a:lnSpc>
              <a:buNone/>
              <a:defRPr/>
            </a:pPr>
            <a:r>
              <a:rPr lang="es-PE" altLang="es-PE" sz="2000" dirty="0">
                <a:solidFill>
                  <a:srgbClr val="1C1C1C"/>
                </a:solidFill>
                <a:latin typeface="Calibri" panose="020F0502020204030204" pitchFamily="34" charset="0"/>
                <a:ea typeface="Verdana" panose="020B0604030504040204" pitchFamily="34" charset="0"/>
                <a:cs typeface="Calibri" panose="020F0502020204030204" pitchFamily="34" charset="0"/>
              </a:rPr>
              <a:t>Se representa por una letra del alfabeto. Por ejemplo, en la población constituida por los empleados de la universidad, algunas variables estadísticas definidas en ésta población son: X, Y, Z, W, etc.</a:t>
            </a:r>
          </a:p>
          <a:p>
            <a:pPr marL="0" indent="0" algn="just" defTabSz="915988">
              <a:lnSpc>
                <a:spcPct val="150000"/>
              </a:lnSpc>
              <a:buNone/>
              <a:defRPr/>
            </a:pPr>
            <a:r>
              <a:rPr lang="es-PE" altLang="es-PE" sz="2000" b="1" dirty="0">
                <a:solidFill>
                  <a:srgbClr val="1C1C1C"/>
                </a:solidFill>
                <a:latin typeface="Calibri" panose="020F0502020204030204" pitchFamily="34" charset="0"/>
                <a:ea typeface="Verdana" panose="020B0604030504040204" pitchFamily="34" charset="0"/>
                <a:cs typeface="Calibri" panose="020F0502020204030204" pitchFamily="34" charset="0"/>
              </a:rPr>
              <a:t>Según su naturaleza puede ser cualitativa y cuantitativa.</a:t>
            </a:r>
          </a:p>
          <a:p>
            <a:pPr marL="0" indent="0" algn="just" defTabSz="915988">
              <a:lnSpc>
                <a:spcPct val="150000"/>
              </a:lnSpc>
              <a:buNone/>
              <a:defRPr/>
            </a:pPr>
            <a:endParaRPr lang="es-PE" altLang="es-PE" dirty="0">
              <a:solidFill>
                <a:srgbClr val="1C1C1C"/>
              </a:solidFill>
              <a:latin typeface="Calibri" panose="020F0502020204030204" pitchFamily="34" charset="0"/>
              <a:ea typeface="Verdana" panose="020B0604030504040204" pitchFamily="34" charset="0"/>
              <a:cs typeface="Calibri" panose="020F0502020204030204" pitchFamily="34" charset="0"/>
            </a:endParaRPr>
          </a:p>
        </p:txBody>
      </p:sp>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1049324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467544" y="908720"/>
            <a:ext cx="8280920" cy="4822370"/>
          </a:xfrm>
          <a:prstGeom prst="rect">
            <a:avLst/>
          </a:prstGeom>
        </p:spPr>
      </p:pic>
    </p:spTree>
    <p:extLst>
      <p:ext uri="{BB962C8B-B14F-4D97-AF65-F5344CB8AC3E}">
        <p14:creationId xmlns:p14="http://schemas.microsoft.com/office/powerpoint/2010/main" val="1025344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800100" y="464426"/>
            <a:ext cx="7543800" cy="887430"/>
          </a:xfrm>
        </p:spPr>
        <p:txBody>
          <a:bodyPr>
            <a:normAutofit/>
          </a:bodyPr>
          <a:lstStyle/>
          <a:p>
            <a:pPr algn="ctr" fontAlgn="auto">
              <a:spcAft>
                <a:spcPts val="0"/>
              </a:spcAft>
              <a:defRPr/>
            </a:pPr>
            <a:r>
              <a:rPr lang="es-ES" altLang="es-PE" dirty="0">
                <a:solidFill>
                  <a:srgbClr val="0070C0"/>
                </a:solidFill>
                <a:latin typeface="Algerian" panose="04020705040A02060702" pitchFamily="82" charset="0"/>
              </a:rPr>
              <a:t>Variable Cualitativa</a:t>
            </a:r>
          </a:p>
        </p:txBody>
      </p:sp>
      <p:sp>
        <p:nvSpPr>
          <p:cNvPr id="11267" name="Rectangle 3"/>
          <p:cNvSpPr>
            <a:spLocks noGrp="1" noChangeArrowheads="1"/>
          </p:cNvSpPr>
          <p:nvPr>
            <p:ph idx="1"/>
          </p:nvPr>
        </p:nvSpPr>
        <p:spPr>
          <a:xfrm>
            <a:off x="809250" y="1170620"/>
            <a:ext cx="7544704" cy="5112568"/>
          </a:xfrm>
        </p:spPr>
        <p:txBody>
          <a:bodyPr>
            <a:noAutofit/>
          </a:bodyPr>
          <a:lstStyle/>
          <a:p>
            <a:pPr marL="0" indent="0" algn="just" defTabSz="915988">
              <a:lnSpc>
                <a:spcPct val="150000"/>
              </a:lnSpc>
              <a:buNone/>
              <a:defRPr/>
            </a:pPr>
            <a:r>
              <a:rPr lang="es-PE" altLang="es-PE" sz="2200" dirty="0">
                <a:solidFill>
                  <a:schemeClr val="tx1"/>
                </a:solidFill>
                <a:latin typeface="Calibri" panose="020F0502020204030204" pitchFamily="34" charset="0"/>
                <a:ea typeface="Verdana" panose="020B0604030504040204" pitchFamily="34" charset="0"/>
                <a:cs typeface="Calibri" panose="020F0502020204030204" pitchFamily="34" charset="0"/>
              </a:rPr>
              <a:t>Es aquella que representa cualidades, atributos o características no numéricas y estas pueden ser nominales y ordinales. </a:t>
            </a:r>
          </a:p>
          <a:p>
            <a:pPr marL="0" indent="0" algn="just" defTabSz="915988">
              <a:lnSpc>
                <a:spcPct val="150000"/>
              </a:lnSpc>
              <a:buNone/>
              <a:defRPr/>
            </a:pPr>
            <a:r>
              <a:rPr lang="es-PE" altLang="es-PE" sz="2200" dirty="0">
                <a:solidFill>
                  <a:schemeClr val="tx1"/>
                </a:solidFill>
                <a:latin typeface="Calibri" panose="020F0502020204030204" pitchFamily="34" charset="0"/>
                <a:ea typeface="Verdana" panose="020B0604030504040204" pitchFamily="34" charset="0"/>
                <a:cs typeface="Calibri" panose="020F0502020204030204" pitchFamily="34" charset="0"/>
              </a:rPr>
              <a:t>Ejemplo:</a:t>
            </a:r>
          </a:p>
          <a:p>
            <a:pPr algn="just">
              <a:lnSpc>
                <a:spcPct val="150000"/>
              </a:lnSpc>
            </a:pPr>
            <a:r>
              <a:rPr lang="pt-BR" sz="2200" i="1" dirty="0">
                <a:solidFill>
                  <a:schemeClr val="tx1"/>
                </a:solidFill>
                <a:latin typeface="Calibri" panose="020F0502020204030204" pitchFamily="34" charset="0"/>
                <a:cs typeface="Calibri" panose="020F0502020204030204" pitchFamily="34" charset="0"/>
              </a:rPr>
              <a:t>X: </a:t>
            </a:r>
            <a:r>
              <a:rPr lang="pt-BR" sz="2200" dirty="0">
                <a:solidFill>
                  <a:schemeClr val="tx1"/>
                </a:solidFill>
                <a:latin typeface="Calibri" panose="020F0502020204030204" pitchFamily="34" charset="0"/>
                <a:cs typeface="Calibri" panose="020F0502020204030204" pitchFamily="34" charset="0"/>
              </a:rPr>
              <a:t>“Sexo“ 		: Masculino, femenino</a:t>
            </a:r>
          </a:p>
          <a:p>
            <a:pPr algn="just">
              <a:lnSpc>
                <a:spcPct val="150000"/>
              </a:lnSpc>
            </a:pPr>
            <a:r>
              <a:rPr lang="es-PE" sz="2200" i="1" dirty="0">
                <a:solidFill>
                  <a:schemeClr val="tx1"/>
                </a:solidFill>
                <a:latin typeface="Calibri" panose="020F0502020204030204" pitchFamily="34" charset="0"/>
                <a:cs typeface="Calibri" panose="020F0502020204030204" pitchFamily="34" charset="0"/>
              </a:rPr>
              <a:t>Y: </a:t>
            </a:r>
            <a:r>
              <a:rPr lang="es-PE" sz="2200" dirty="0">
                <a:solidFill>
                  <a:schemeClr val="tx1"/>
                </a:solidFill>
                <a:latin typeface="Calibri" panose="020F0502020204030204" pitchFamily="34" charset="0"/>
                <a:cs typeface="Calibri" panose="020F0502020204030204" pitchFamily="34" charset="0"/>
              </a:rPr>
              <a:t>“Estado civil“		: Soltero, casado, viudo, divorciado</a:t>
            </a:r>
          </a:p>
          <a:p>
            <a:pPr algn="just">
              <a:lnSpc>
                <a:spcPct val="150000"/>
              </a:lnSpc>
            </a:pPr>
            <a:r>
              <a:rPr lang="es-PE" sz="2200" dirty="0">
                <a:solidFill>
                  <a:schemeClr val="tx1"/>
                </a:solidFill>
                <a:latin typeface="Calibri" panose="020F0502020204030204" pitchFamily="34" charset="0"/>
                <a:cs typeface="Calibri" panose="020F0502020204030204" pitchFamily="34" charset="0"/>
              </a:rPr>
              <a:t>Z: “Nivel socioeconómico”: Alto, medio y bajo </a:t>
            </a:r>
          </a:p>
          <a:p>
            <a:pPr algn="just">
              <a:lnSpc>
                <a:spcPct val="100000"/>
              </a:lnSpc>
            </a:pPr>
            <a:endParaRPr lang="es-PE" sz="600" dirty="0">
              <a:solidFill>
                <a:schemeClr val="tx1"/>
              </a:solidFill>
              <a:latin typeface="Calibri" panose="020F0502020204030204" pitchFamily="34" charset="0"/>
              <a:cs typeface="Calibri" panose="020F0502020204030204" pitchFamily="34" charset="0"/>
            </a:endParaRPr>
          </a:p>
          <a:p>
            <a:pPr algn="just">
              <a:lnSpc>
                <a:spcPct val="100000"/>
              </a:lnSpc>
            </a:pPr>
            <a:r>
              <a:rPr lang="es-PE" dirty="0">
                <a:solidFill>
                  <a:schemeClr val="tx1"/>
                </a:solidFill>
                <a:latin typeface="Calibri" panose="020F0502020204030204" pitchFamily="34" charset="0"/>
                <a:cs typeface="Calibri" panose="020F0502020204030204" pitchFamily="34" charset="0"/>
              </a:rPr>
              <a:t>Otras variables: tipos de alimentos balanceado, grado de recuperación (Nada, Poco, Moderado, Bueno, Muy Bueno).</a:t>
            </a:r>
          </a:p>
        </p:txBody>
      </p:sp>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864405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graphicFrame>
        <p:nvGraphicFramePr>
          <p:cNvPr id="8" name="Diagrama 7"/>
          <p:cNvGraphicFramePr/>
          <p:nvPr/>
        </p:nvGraphicFramePr>
        <p:xfrm>
          <a:off x="1187624" y="764704"/>
          <a:ext cx="7272808" cy="5040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586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800100" y="274754"/>
            <a:ext cx="7543800" cy="1449388"/>
          </a:xfrm>
        </p:spPr>
        <p:txBody>
          <a:bodyPr/>
          <a:lstStyle/>
          <a:p>
            <a:pPr algn="ctr" eaLnBrk="1" fontAlgn="auto" hangingPunct="1">
              <a:spcAft>
                <a:spcPts val="0"/>
              </a:spcAft>
              <a:defRPr/>
            </a:pPr>
            <a:r>
              <a:rPr lang="es-ES" altLang="es-PE" dirty="0">
                <a:solidFill>
                  <a:srgbClr val="0070C0"/>
                </a:solidFill>
                <a:latin typeface="Algerian" panose="04020705040A02060702" pitchFamily="82" charset="0"/>
              </a:rPr>
              <a:t>Variable Cuantitativa</a:t>
            </a:r>
          </a:p>
        </p:txBody>
      </p:sp>
      <p:sp>
        <p:nvSpPr>
          <p:cNvPr id="11267" name="Rectangle 3"/>
          <p:cNvSpPr>
            <a:spLocks noGrp="1" noChangeArrowheads="1"/>
          </p:cNvSpPr>
          <p:nvPr>
            <p:ph idx="1"/>
          </p:nvPr>
        </p:nvSpPr>
        <p:spPr>
          <a:xfrm>
            <a:off x="833636" y="1724142"/>
            <a:ext cx="7483549" cy="4255541"/>
          </a:xfrm>
        </p:spPr>
        <p:txBody>
          <a:bodyPr>
            <a:noAutofit/>
          </a:bodyPr>
          <a:lstStyle/>
          <a:p>
            <a:pPr marL="0" indent="0" algn="just" defTabSz="915988">
              <a:lnSpc>
                <a:spcPct val="150000"/>
              </a:lnSpc>
              <a:buNone/>
              <a:defRPr/>
            </a:pPr>
            <a:r>
              <a:rPr lang="es-PE" altLang="es-PE" dirty="0">
                <a:solidFill>
                  <a:srgbClr val="1C1C1C"/>
                </a:solidFill>
                <a:latin typeface="Calibri" panose="020F0502020204030204" pitchFamily="34" charset="0"/>
                <a:ea typeface="Verdana" panose="020B0604030504040204" pitchFamily="34" charset="0"/>
                <a:cs typeface="Calibri" panose="020F0502020204030204" pitchFamily="34" charset="0"/>
              </a:rPr>
              <a:t>Es aquella característica de la población o de la muestra que es posible representar numéricamente. Éstas pueden ser continua y discreta. Ejemplo:</a:t>
            </a:r>
          </a:p>
          <a:p>
            <a:pPr>
              <a:lnSpc>
                <a:spcPct val="100000"/>
              </a:lnSpc>
            </a:pPr>
            <a:r>
              <a:rPr lang="pt-BR" i="1" dirty="0">
                <a:solidFill>
                  <a:schemeClr val="tx1"/>
                </a:solidFill>
              </a:rPr>
              <a:t>W: </a:t>
            </a:r>
            <a:r>
              <a:rPr lang="pt-BR" dirty="0">
                <a:solidFill>
                  <a:schemeClr val="tx1"/>
                </a:solidFill>
              </a:rPr>
              <a:t>“Número de hijos” 	: 0, 1, 2, 3, 4, etc.</a:t>
            </a:r>
          </a:p>
          <a:p>
            <a:pPr>
              <a:lnSpc>
                <a:spcPct val="100000"/>
              </a:lnSpc>
            </a:pPr>
            <a:r>
              <a:rPr lang="es-PE" i="1" dirty="0">
                <a:solidFill>
                  <a:schemeClr val="tx1"/>
                </a:solidFill>
              </a:rPr>
              <a:t>H: </a:t>
            </a:r>
            <a:r>
              <a:rPr lang="es-PE" dirty="0">
                <a:solidFill>
                  <a:schemeClr val="tx1"/>
                </a:solidFill>
              </a:rPr>
              <a:t>“Ingreso mensual”	: Números reales positivos. </a:t>
            </a:r>
          </a:p>
          <a:p>
            <a:pPr>
              <a:lnSpc>
                <a:spcPct val="100000"/>
              </a:lnSpc>
            </a:pPr>
            <a:r>
              <a:rPr lang="es-PE" dirty="0">
                <a:solidFill>
                  <a:schemeClr val="tx1"/>
                </a:solidFill>
              </a:rPr>
              <a:t>I: “Temperatura”		:  0°C, 18°C, 20°C, etc.   </a:t>
            </a:r>
          </a:p>
        </p:txBody>
      </p:sp>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1275548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graphicFrame>
        <p:nvGraphicFramePr>
          <p:cNvPr id="7" name="Diagrama 6"/>
          <p:cNvGraphicFramePr/>
          <p:nvPr/>
        </p:nvGraphicFramePr>
        <p:xfrm>
          <a:off x="899592" y="836712"/>
          <a:ext cx="7272808" cy="5040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4184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sp>
        <p:nvSpPr>
          <p:cNvPr id="5" name="Rectangle 3"/>
          <p:cNvSpPr txBox="1">
            <a:spLocks noChangeArrowheads="1"/>
          </p:cNvSpPr>
          <p:nvPr/>
        </p:nvSpPr>
        <p:spPr>
          <a:xfrm>
            <a:off x="924537" y="2492896"/>
            <a:ext cx="7483549" cy="303038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defTabSz="915988" fontAlgn="auto">
              <a:lnSpc>
                <a:spcPct val="150000"/>
              </a:lnSpc>
              <a:buFont typeface="Calibri" panose="020F0502020204030204" pitchFamily="34" charset="0"/>
              <a:buNone/>
              <a:defRPr/>
            </a:pPr>
            <a:r>
              <a:rPr lang="es-PE" sz="4000" dirty="0">
                <a:solidFill>
                  <a:srgbClr val="0070C0"/>
                </a:solidFill>
                <a:latin typeface="Algerian" panose="04020705040A02060702" pitchFamily="82" charset="0"/>
                <a:ea typeface="Verdana" panose="020B0604030504040204" pitchFamily="34" charset="0"/>
                <a:cs typeface="Calibri" panose="020F0502020204030204" pitchFamily="34" charset="0"/>
              </a:rPr>
              <a:t>ESCALAS DE MEDICIÓN</a:t>
            </a:r>
            <a:endParaRPr lang="es-PE" sz="4000" dirty="0">
              <a:solidFill>
                <a:srgbClr val="0070C0"/>
              </a:solidFill>
              <a:latin typeface="Algerian" panose="04020705040A02060702" pitchFamily="82" charset="0"/>
            </a:endParaRPr>
          </a:p>
        </p:txBody>
      </p:sp>
    </p:spTree>
    <p:extLst>
      <p:ext uri="{BB962C8B-B14F-4D97-AF65-F5344CB8AC3E}">
        <p14:creationId xmlns:p14="http://schemas.microsoft.com/office/powerpoint/2010/main" val="1243665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7403111-F185-4FE8-B0D0-7461A11A748D}"/>
              </a:ext>
            </a:extLst>
          </p:cNvPr>
          <p:cNvSpPr>
            <a:spLocks noGrp="1"/>
          </p:cNvSpPr>
          <p:nvPr>
            <p:ph type="title"/>
          </p:nvPr>
        </p:nvSpPr>
        <p:spPr>
          <a:xfrm>
            <a:off x="1176338" y="669719"/>
            <a:ext cx="6799262" cy="887073"/>
          </a:xfrm>
        </p:spPr>
        <p:txBody>
          <a:bodyPr/>
          <a:lstStyle/>
          <a:p>
            <a:r>
              <a:rPr lang="es-PE" dirty="0">
                <a:solidFill>
                  <a:srgbClr val="0070C0"/>
                </a:solidFill>
              </a:rPr>
              <a:t>ESCALAS DE MEDICION</a:t>
            </a:r>
          </a:p>
        </p:txBody>
      </p:sp>
      <p:sp>
        <p:nvSpPr>
          <p:cNvPr id="4" name="Marcador de contenido 3">
            <a:extLst>
              <a:ext uri="{FF2B5EF4-FFF2-40B4-BE49-F238E27FC236}">
                <a16:creationId xmlns:a16="http://schemas.microsoft.com/office/drawing/2014/main" id="{FD637CF8-4AAC-4689-9A71-00EB77A0F8B8}"/>
              </a:ext>
            </a:extLst>
          </p:cNvPr>
          <p:cNvSpPr>
            <a:spLocks noGrp="1"/>
          </p:cNvSpPr>
          <p:nvPr>
            <p:ph idx="1"/>
          </p:nvPr>
        </p:nvSpPr>
        <p:spPr>
          <a:xfrm>
            <a:off x="899592" y="2036490"/>
            <a:ext cx="7344816" cy="3444875"/>
          </a:xfrm>
        </p:spPr>
        <p:txBody>
          <a:bodyPr/>
          <a:lstStyle/>
          <a:p>
            <a:pPr marL="0" indent="0" algn="just">
              <a:lnSpc>
                <a:spcPct val="150000"/>
              </a:lnSpc>
              <a:buNone/>
            </a:pPr>
            <a:r>
              <a:rPr lang="es-ES" sz="2200" b="0" i="0" dirty="0">
                <a:solidFill>
                  <a:srgbClr val="202124"/>
                </a:solidFill>
                <a:effectLst/>
                <a:latin typeface="arial" panose="020B0604020202020204" pitchFamily="34" charset="0"/>
              </a:rPr>
              <a:t>Stevens (1946, 1957), las </a:t>
            </a:r>
            <a:r>
              <a:rPr lang="es-ES" sz="2200" b="1" i="0" dirty="0">
                <a:solidFill>
                  <a:srgbClr val="202124"/>
                </a:solidFill>
                <a:effectLst/>
                <a:latin typeface="arial" panose="020B0604020202020204" pitchFamily="34" charset="0"/>
              </a:rPr>
              <a:t>escalas de medición se clasifican</a:t>
            </a:r>
            <a:r>
              <a:rPr lang="es-ES" sz="2200" b="0" i="0" dirty="0">
                <a:solidFill>
                  <a:srgbClr val="202124"/>
                </a:solidFill>
                <a:effectLst/>
                <a:latin typeface="arial" panose="020B0604020202020204" pitchFamily="34" charset="0"/>
              </a:rPr>
              <a:t> en cuatro grupos: </a:t>
            </a:r>
            <a:r>
              <a:rPr lang="es-ES" sz="2200" b="1" i="0" dirty="0">
                <a:solidFill>
                  <a:srgbClr val="202124"/>
                </a:solidFill>
                <a:effectLst/>
                <a:latin typeface="arial" panose="020B0604020202020204" pitchFamily="34" charset="0"/>
              </a:rPr>
              <a:t>escala</a:t>
            </a:r>
            <a:r>
              <a:rPr lang="es-ES" sz="2200" b="0" i="0" dirty="0">
                <a:solidFill>
                  <a:srgbClr val="202124"/>
                </a:solidFill>
                <a:effectLst/>
                <a:latin typeface="arial" panose="020B0604020202020204" pitchFamily="34" charset="0"/>
              </a:rPr>
              <a:t> nominal, ordinal, intervalo y </a:t>
            </a:r>
            <a:r>
              <a:rPr lang="es-ES" sz="2200" b="1" i="0" dirty="0">
                <a:solidFill>
                  <a:srgbClr val="202124"/>
                </a:solidFill>
                <a:effectLst/>
                <a:latin typeface="arial" panose="020B0604020202020204" pitchFamily="34" charset="0"/>
              </a:rPr>
              <a:t>escala</a:t>
            </a:r>
            <a:r>
              <a:rPr lang="es-ES" sz="2200" b="0" i="0" dirty="0">
                <a:solidFill>
                  <a:srgbClr val="202124"/>
                </a:solidFill>
                <a:effectLst/>
                <a:latin typeface="arial" panose="020B0604020202020204" pitchFamily="34" charset="0"/>
              </a:rPr>
              <a:t> de razón. Desde el punto de vista de las propiedades matemáticas y estadísticas, la </a:t>
            </a:r>
            <a:r>
              <a:rPr lang="es-ES" sz="2200" b="1" i="0" dirty="0">
                <a:solidFill>
                  <a:srgbClr val="202124"/>
                </a:solidFill>
                <a:effectLst/>
                <a:latin typeface="arial" panose="020B0604020202020204" pitchFamily="34" charset="0"/>
              </a:rPr>
              <a:t>escala de medición</a:t>
            </a:r>
            <a:r>
              <a:rPr lang="es-ES" sz="2200" b="0" i="0" dirty="0">
                <a:solidFill>
                  <a:srgbClr val="202124"/>
                </a:solidFill>
                <a:effectLst/>
                <a:latin typeface="arial" panose="020B0604020202020204" pitchFamily="34" charset="0"/>
              </a:rPr>
              <a:t> más rudimentaria es la nominal, siendo la más completa la </a:t>
            </a:r>
            <a:r>
              <a:rPr lang="es-ES" sz="2200" b="1" i="0" dirty="0">
                <a:solidFill>
                  <a:srgbClr val="202124"/>
                </a:solidFill>
                <a:effectLst/>
                <a:latin typeface="arial" panose="020B0604020202020204" pitchFamily="34" charset="0"/>
              </a:rPr>
              <a:t>escala</a:t>
            </a:r>
            <a:r>
              <a:rPr lang="es-ES" sz="2200" b="0" i="0" dirty="0">
                <a:solidFill>
                  <a:srgbClr val="202124"/>
                </a:solidFill>
                <a:effectLst/>
                <a:latin typeface="arial" panose="020B0604020202020204" pitchFamily="34" charset="0"/>
              </a:rPr>
              <a:t> de razón</a:t>
            </a:r>
            <a:endParaRPr lang="es-PE" sz="2200" dirty="0">
              <a:latin typeface="Calibri" panose="020F0502020204030204" pitchFamily="34" charset="0"/>
              <a:cs typeface="Calibri" panose="020F0502020204030204" pitchFamily="34" charset="0"/>
            </a:endParaRPr>
          </a:p>
        </p:txBody>
      </p:sp>
      <p:sp>
        <p:nvSpPr>
          <p:cNvPr id="2" name="Marcador de número de diapositiva 1">
            <a:extLst>
              <a:ext uri="{FF2B5EF4-FFF2-40B4-BE49-F238E27FC236}">
                <a16:creationId xmlns:a16="http://schemas.microsoft.com/office/drawing/2014/main" id="{87C90C6B-2784-4E36-B2DD-7F1E3855E740}"/>
              </a:ext>
            </a:extLst>
          </p:cNvPr>
          <p:cNvSpPr>
            <a:spLocks noGrp="1"/>
          </p:cNvSpPr>
          <p:nvPr>
            <p:ph type="sldNum" sz="quarter" idx="12"/>
          </p:nvPr>
        </p:nvSpPr>
        <p:spPr/>
        <p:txBody>
          <a:bodyPr/>
          <a:lstStyle/>
          <a:p>
            <a:pPr>
              <a:defRPr/>
            </a:pPr>
            <a:fld id="{C05DE07B-5FAC-4C7B-BBAC-DA35047E9B1E}" type="slidenum">
              <a:rPr lang="es-ES" smtClean="0"/>
              <a:pPr>
                <a:defRPr/>
              </a:pPr>
              <a:t>9</a:t>
            </a:fld>
            <a:endParaRPr lang="es-ES"/>
          </a:p>
        </p:txBody>
      </p:sp>
    </p:spTree>
    <p:extLst>
      <p:ext uri="{BB962C8B-B14F-4D97-AF65-F5344CB8AC3E}">
        <p14:creationId xmlns:p14="http://schemas.microsoft.com/office/powerpoint/2010/main" val="2537945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A213A4E-75F8-43EF-A169-1828AD138F5C}"/>
              </a:ext>
            </a:extLst>
          </p:cNvPr>
          <p:cNvSpPr>
            <a:spLocks noGrp="1"/>
          </p:cNvSpPr>
          <p:nvPr>
            <p:ph type="sldNum" sz="quarter" idx="12"/>
          </p:nvPr>
        </p:nvSpPr>
        <p:spPr/>
        <p:txBody>
          <a:bodyPr/>
          <a:lstStyle/>
          <a:p>
            <a:pPr>
              <a:defRPr/>
            </a:pPr>
            <a:fld id="{7A3EBA21-33FF-4C25-884B-96F56D09DCE3}" type="slidenum">
              <a:rPr lang="es-ES" smtClean="0"/>
              <a:pPr>
                <a:defRPr/>
              </a:pPr>
              <a:t>10</a:t>
            </a:fld>
            <a:endParaRPr lang="es-ES"/>
          </a:p>
        </p:txBody>
      </p:sp>
      <p:pic>
        <p:nvPicPr>
          <p:cNvPr id="1026" name="Picture 2" descr="3.4. Población y muestra. Definición de variables estadísticas y escalas de  medición. - PORTAFOLIO USIL 2017-1">
            <a:extLst>
              <a:ext uri="{FF2B5EF4-FFF2-40B4-BE49-F238E27FC236}">
                <a16:creationId xmlns:a16="http://schemas.microsoft.com/office/drawing/2014/main" id="{7F57C7CB-0691-457F-A1E2-9A8C92689BC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32876"/>
          <a:stretch/>
        </p:blipFill>
        <p:spPr bwMode="auto">
          <a:xfrm>
            <a:off x="1187624" y="2060848"/>
            <a:ext cx="7128792" cy="4179614"/>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1186D41C-32DD-55E9-EDF4-E4921647B2F7}"/>
              </a:ext>
            </a:extLst>
          </p:cNvPr>
          <p:cNvSpPr txBox="1"/>
          <p:nvPr/>
        </p:nvSpPr>
        <p:spPr>
          <a:xfrm>
            <a:off x="2578228" y="692696"/>
            <a:ext cx="3577948" cy="461665"/>
          </a:xfrm>
          <a:prstGeom prst="rect">
            <a:avLst/>
          </a:prstGeom>
          <a:noFill/>
        </p:spPr>
        <p:txBody>
          <a:bodyPr wrap="square" rtlCol="0">
            <a:spAutoFit/>
          </a:bodyPr>
          <a:lstStyle/>
          <a:p>
            <a:pPr algn="ctr"/>
            <a:r>
              <a:rPr lang="es-PE" sz="2400" dirty="0">
                <a:solidFill>
                  <a:srgbClr val="0070C0"/>
                </a:solidFill>
              </a:rPr>
              <a:t>Escalas de Medición</a:t>
            </a:r>
          </a:p>
        </p:txBody>
      </p:sp>
      <p:sp>
        <p:nvSpPr>
          <p:cNvPr id="3" name="CuadroTexto 2">
            <a:extLst>
              <a:ext uri="{FF2B5EF4-FFF2-40B4-BE49-F238E27FC236}">
                <a16:creationId xmlns:a16="http://schemas.microsoft.com/office/drawing/2014/main" id="{A77D361B-5077-5719-FB95-9406ABC52535}"/>
              </a:ext>
            </a:extLst>
          </p:cNvPr>
          <p:cNvSpPr txBox="1"/>
          <p:nvPr/>
        </p:nvSpPr>
        <p:spPr>
          <a:xfrm>
            <a:off x="539552" y="1190136"/>
            <a:ext cx="7436048" cy="707886"/>
          </a:xfrm>
          <a:prstGeom prst="rect">
            <a:avLst/>
          </a:prstGeom>
          <a:noFill/>
        </p:spPr>
        <p:txBody>
          <a:bodyPr wrap="square" rtlCol="0">
            <a:spAutoFit/>
          </a:bodyPr>
          <a:lstStyle/>
          <a:p>
            <a:r>
              <a:rPr lang="es-PE" dirty="0"/>
              <a:t>Stevens(1958): </a:t>
            </a:r>
            <a:r>
              <a:rPr lang="es-PE" b="0" dirty="0"/>
              <a:t>de acuerdo a sus propiedades matemáticas y estadísticas</a:t>
            </a:r>
          </a:p>
        </p:txBody>
      </p:sp>
    </p:spTree>
    <p:extLst>
      <p:ext uri="{BB962C8B-B14F-4D97-AF65-F5344CB8AC3E}">
        <p14:creationId xmlns:p14="http://schemas.microsoft.com/office/powerpoint/2010/main" val="3891510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B949413-9196-4D80-BC1F-5CB9ECE12FFC}"/>
              </a:ext>
            </a:extLst>
          </p:cNvPr>
          <p:cNvSpPr>
            <a:spLocks noGrp="1"/>
          </p:cNvSpPr>
          <p:nvPr>
            <p:ph type="sldNum" sz="quarter" idx="12"/>
          </p:nvPr>
        </p:nvSpPr>
        <p:spPr/>
        <p:txBody>
          <a:bodyPr/>
          <a:lstStyle/>
          <a:p>
            <a:pPr>
              <a:defRPr/>
            </a:pPr>
            <a:fld id="{7A3EBA21-33FF-4C25-884B-96F56D09DCE3}" type="slidenum">
              <a:rPr lang="es-ES" smtClean="0"/>
              <a:pPr>
                <a:defRPr/>
              </a:pPr>
              <a:t>11</a:t>
            </a:fld>
            <a:endParaRPr lang="es-ES"/>
          </a:p>
        </p:txBody>
      </p:sp>
      <p:pic>
        <p:nvPicPr>
          <p:cNvPr id="2052" name="Picture 4" descr="Estadística descriptiva - Estadística para Sociología">
            <a:extLst>
              <a:ext uri="{FF2B5EF4-FFF2-40B4-BE49-F238E27FC236}">
                <a16:creationId xmlns:a16="http://schemas.microsoft.com/office/drawing/2014/main" id="{2E15D13C-5F06-4983-819F-9377FFA106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764704"/>
            <a:ext cx="7848872" cy="5475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4375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sp>
        <p:nvSpPr>
          <p:cNvPr id="5" name="Rectangle 3"/>
          <p:cNvSpPr txBox="1">
            <a:spLocks noChangeArrowheads="1"/>
          </p:cNvSpPr>
          <p:nvPr/>
        </p:nvSpPr>
        <p:spPr>
          <a:xfrm>
            <a:off x="924537" y="2492896"/>
            <a:ext cx="7483549" cy="303038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defTabSz="915988" fontAlgn="auto">
              <a:lnSpc>
                <a:spcPct val="150000"/>
              </a:lnSpc>
              <a:buFont typeface="Calibri" panose="020F0502020204030204" pitchFamily="34" charset="0"/>
              <a:buNone/>
              <a:defRPr/>
            </a:pPr>
            <a:r>
              <a:rPr lang="es-ES" sz="4000" dirty="0">
                <a:solidFill>
                  <a:srgbClr val="0070C0"/>
                </a:solidFill>
                <a:latin typeface="Algerian" panose="04020705040A02060702" pitchFamily="82" charset="0"/>
                <a:ea typeface="Verdana" panose="020B0604030504040204" pitchFamily="34" charset="0"/>
                <a:cs typeface="Calibri" panose="020F0502020204030204" pitchFamily="34" charset="0"/>
              </a:rPr>
              <a:t>Recolección de datos</a:t>
            </a:r>
            <a:endParaRPr lang="es-PE" sz="4000" dirty="0">
              <a:solidFill>
                <a:srgbClr val="0070C0"/>
              </a:solidFill>
              <a:latin typeface="Algerian" panose="04020705040A02060702" pitchFamily="82" charset="0"/>
            </a:endParaRPr>
          </a:p>
        </p:txBody>
      </p:sp>
    </p:spTree>
    <p:extLst>
      <p:ext uri="{BB962C8B-B14F-4D97-AF65-F5344CB8AC3E}">
        <p14:creationId xmlns:p14="http://schemas.microsoft.com/office/powerpoint/2010/main" val="2754742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800100" y="274754"/>
            <a:ext cx="7543800" cy="1449388"/>
          </a:xfrm>
        </p:spPr>
        <p:txBody>
          <a:bodyPr/>
          <a:lstStyle/>
          <a:p>
            <a:pPr algn="ctr" eaLnBrk="1" fontAlgn="auto" hangingPunct="1">
              <a:spcAft>
                <a:spcPts val="0"/>
              </a:spcAft>
              <a:defRPr/>
            </a:pPr>
            <a:r>
              <a:rPr lang="es-ES" altLang="es-PE" dirty="0">
                <a:solidFill>
                  <a:srgbClr val="0070C0"/>
                </a:solidFill>
                <a:latin typeface="Algerian" panose="04020705040A02060702" pitchFamily="82" charset="0"/>
              </a:rPr>
              <a:t>Definición</a:t>
            </a:r>
          </a:p>
        </p:txBody>
      </p:sp>
      <p:sp>
        <p:nvSpPr>
          <p:cNvPr id="11267" name="Rectangle 3"/>
          <p:cNvSpPr>
            <a:spLocks noGrp="1" noChangeArrowheads="1"/>
          </p:cNvSpPr>
          <p:nvPr>
            <p:ph idx="1"/>
          </p:nvPr>
        </p:nvSpPr>
        <p:spPr>
          <a:xfrm>
            <a:off x="922197" y="1563129"/>
            <a:ext cx="7178196" cy="4327549"/>
          </a:xfrm>
        </p:spPr>
        <p:txBody>
          <a:bodyPr>
            <a:normAutofit lnSpcReduction="10000"/>
          </a:bodyPr>
          <a:lstStyle/>
          <a:p>
            <a:pPr marL="0" indent="0" algn="just" defTabSz="915988">
              <a:lnSpc>
                <a:spcPct val="170000"/>
              </a:lnSpc>
              <a:buNone/>
              <a:defRPr/>
            </a:pPr>
            <a:r>
              <a:rPr lang="es-ES" altLang="es-PE" dirty="0">
                <a:solidFill>
                  <a:srgbClr val="1C1C1C"/>
                </a:solidFill>
                <a:latin typeface="Calibri" panose="020F0502020204030204" pitchFamily="34" charset="0"/>
                <a:ea typeface="Verdana" panose="020B0604030504040204" pitchFamily="34" charset="0"/>
                <a:cs typeface="Calibri" panose="020F0502020204030204" pitchFamily="34" charset="0"/>
              </a:rPr>
              <a:t>Son todos aquellos medios de los que procede la información que satisfará la necesidad de conocer una situación o un problema presentado, y que posteriormente se utilizara para lograr los objetivos esperados</a:t>
            </a:r>
            <a:r>
              <a:rPr lang="es-ES" altLang="es-PE" dirty="0">
                <a:solidFill>
                  <a:srgbClr val="003399"/>
                </a:solidFill>
                <a:latin typeface="Calibri" panose="020F0502020204030204" pitchFamily="34" charset="0"/>
                <a:ea typeface="Verdana" panose="020B0604030504040204" pitchFamily="34" charset="0"/>
                <a:cs typeface="Calibri" panose="020F0502020204030204" pitchFamily="34" charset="0"/>
              </a:rPr>
              <a:t>. (Torres, Paz y Salazar 2014).</a:t>
            </a:r>
          </a:p>
          <a:p>
            <a:pPr marL="0" indent="0" algn="just" defTabSz="915988">
              <a:lnSpc>
                <a:spcPct val="170000"/>
              </a:lnSpc>
              <a:buNone/>
              <a:defRPr/>
            </a:pPr>
            <a:r>
              <a:rPr lang="es-ES" altLang="es-PE" dirty="0">
                <a:solidFill>
                  <a:srgbClr val="1C1C1C"/>
                </a:solidFill>
                <a:latin typeface="Calibri" panose="020F0502020204030204" pitchFamily="34" charset="0"/>
                <a:ea typeface="Verdana" panose="020B0604030504040204" pitchFamily="34" charset="0"/>
                <a:cs typeface="Calibri" panose="020F0502020204030204" pitchFamily="34" charset="0"/>
              </a:rPr>
              <a:t>En relación con la fuente que suministra los datos se clasifica en: fuente primaria y fuente secundaria. </a:t>
            </a:r>
          </a:p>
        </p:txBody>
      </p:sp>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02835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800100" y="548680"/>
            <a:ext cx="7543800" cy="1175462"/>
          </a:xfrm>
        </p:spPr>
        <p:txBody>
          <a:bodyPr/>
          <a:lstStyle/>
          <a:p>
            <a:pPr algn="ctr" eaLnBrk="1" fontAlgn="auto" hangingPunct="1">
              <a:spcAft>
                <a:spcPts val="0"/>
              </a:spcAft>
              <a:defRPr/>
            </a:pPr>
            <a:r>
              <a:rPr lang="es-ES" altLang="es-PE" dirty="0">
                <a:solidFill>
                  <a:srgbClr val="0070C0"/>
                </a:solidFill>
                <a:latin typeface="Algerian" panose="04020705040A02060702" pitchFamily="82" charset="0"/>
              </a:rPr>
              <a:t>Fuente primaria</a:t>
            </a:r>
          </a:p>
        </p:txBody>
      </p:sp>
      <p:sp>
        <p:nvSpPr>
          <p:cNvPr id="11267" name="Rectangle 3"/>
          <p:cNvSpPr>
            <a:spLocks noGrp="1" noChangeArrowheads="1"/>
          </p:cNvSpPr>
          <p:nvPr>
            <p:ph idx="1"/>
          </p:nvPr>
        </p:nvSpPr>
        <p:spPr>
          <a:xfrm>
            <a:off x="984051" y="1563129"/>
            <a:ext cx="7175897" cy="4327549"/>
          </a:xfrm>
        </p:spPr>
        <p:txBody>
          <a:bodyPr>
            <a:normAutofit fontScale="92500" lnSpcReduction="10000"/>
          </a:bodyPr>
          <a:lstStyle/>
          <a:p>
            <a:pPr marL="0" indent="0" algn="just" defTabSz="915988">
              <a:lnSpc>
                <a:spcPct val="150000"/>
              </a:lnSpc>
              <a:buNone/>
              <a:defRPr/>
            </a:pPr>
            <a:r>
              <a:rPr lang="es-ES" altLang="es-PE" dirty="0">
                <a:solidFill>
                  <a:srgbClr val="1C1C1C"/>
                </a:solidFill>
                <a:latin typeface="Calibri" panose="020F0502020204030204" pitchFamily="34" charset="0"/>
                <a:ea typeface="Verdana" panose="020B0604030504040204" pitchFamily="34" charset="0"/>
                <a:cs typeface="Calibri" panose="020F0502020204030204" pitchFamily="34" charset="0"/>
              </a:rPr>
              <a:t>Es aquella en la que la información se obtiene por medio de una investigación directa al objeto de estudio, a través de métodos e instrumentos de medición, tipo de muestreo y técnicas para establecer contacto con el publico objetivo. </a:t>
            </a:r>
          </a:p>
          <a:p>
            <a:pPr marL="0" indent="0" algn="just" defTabSz="915988">
              <a:lnSpc>
                <a:spcPct val="150000"/>
              </a:lnSpc>
              <a:buNone/>
              <a:defRPr/>
            </a:pPr>
            <a:r>
              <a:rPr lang="es-ES" altLang="es-PE" dirty="0">
                <a:solidFill>
                  <a:srgbClr val="1C1C1C"/>
                </a:solidFill>
                <a:latin typeface="Calibri" panose="020F0502020204030204" pitchFamily="34" charset="0"/>
                <a:ea typeface="Verdana" panose="020B0604030504040204" pitchFamily="34" charset="0"/>
                <a:cs typeface="Calibri" panose="020F0502020204030204" pitchFamily="34" charset="0"/>
              </a:rPr>
              <a:t>Ejemplo 1:</a:t>
            </a:r>
          </a:p>
          <a:p>
            <a:pPr marL="0" indent="0" algn="just" defTabSz="915988">
              <a:lnSpc>
                <a:spcPct val="150000"/>
              </a:lnSpc>
              <a:buNone/>
              <a:defRPr/>
            </a:pPr>
            <a:r>
              <a:rPr lang="es-ES" altLang="es-PE" dirty="0">
                <a:solidFill>
                  <a:srgbClr val="1C1C1C"/>
                </a:solidFill>
                <a:latin typeface="Calibri" panose="020F0502020204030204" pitchFamily="34" charset="0"/>
                <a:ea typeface="Verdana" panose="020B0604030504040204" pitchFamily="34" charset="0"/>
                <a:cs typeface="Calibri" panose="020F0502020204030204" pitchFamily="34" charset="0"/>
              </a:rPr>
              <a:t>Un investigador realiza un estudio estadístico para mejorar el servicio de atención al cliente y observa el tipo de actividad del cliente mientras espera ser atendido. </a:t>
            </a:r>
          </a:p>
        </p:txBody>
      </p:sp>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928780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800100" y="692696"/>
            <a:ext cx="7543800" cy="1031446"/>
          </a:xfrm>
        </p:spPr>
        <p:txBody>
          <a:bodyPr/>
          <a:lstStyle/>
          <a:p>
            <a:pPr algn="ctr" eaLnBrk="1" fontAlgn="auto" hangingPunct="1">
              <a:spcAft>
                <a:spcPts val="0"/>
              </a:spcAft>
              <a:defRPr/>
            </a:pPr>
            <a:r>
              <a:rPr lang="es-ES" altLang="es-PE" dirty="0">
                <a:solidFill>
                  <a:srgbClr val="0070C0"/>
                </a:solidFill>
                <a:latin typeface="Algerian" panose="04020705040A02060702" pitchFamily="82" charset="0"/>
              </a:rPr>
              <a:t>Fuente secundaria</a:t>
            </a:r>
          </a:p>
        </p:txBody>
      </p:sp>
      <p:sp>
        <p:nvSpPr>
          <p:cNvPr id="11267" name="Rectangle 3"/>
          <p:cNvSpPr>
            <a:spLocks noGrp="1" noChangeArrowheads="1"/>
          </p:cNvSpPr>
          <p:nvPr>
            <p:ph idx="1"/>
          </p:nvPr>
        </p:nvSpPr>
        <p:spPr>
          <a:xfrm>
            <a:off x="1115616" y="1725088"/>
            <a:ext cx="6912768" cy="4327549"/>
          </a:xfrm>
        </p:spPr>
        <p:txBody>
          <a:bodyPr>
            <a:normAutofit/>
          </a:bodyPr>
          <a:lstStyle/>
          <a:p>
            <a:pPr marL="0" indent="0" algn="just" defTabSz="915988">
              <a:lnSpc>
                <a:spcPct val="170000"/>
              </a:lnSpc>
              <a:buNone/>
              <a:defRPr/>
            </a:pPr>
            <a:r>
              <a:rPr lang="es-ES" altLang="es-PE" sz="2200" dirty="0">
                <a:solidFill>
                  <a:srgbClr val="1C1C1C"/>
                </a:solidFill>
                <a:latin typeface="Calibri" panose="020F0502020204030204" pitchFamily="34" charset="0"/>
                <a:ea typeface="Verdana" panose="020B0604030504040204" pitchFamily="34" charset="0"/>
                <a:cs typeface="Calibri" panose="020F0502020204030204" pitchFamily="34" charset="0"/>
              </a:rPr>
              <a:t>Es aquella en la cual los datos se han recolectado a partir de investigaciones previamente realizadas, que se encuentran en compilaciones resúmenes y listados de referencias publicadas en una red de conocimiento en particular. Esto quiere decir que la información secundaria es preexistente, pues el investigador no se contacta con la unidad de análisis.</a:t>
            </a:r>
            <a:endParaRPr lang="es-ES" altLang="es-PE" sz="2200" dirty="0">
              <a:solidFill>
                <a:srgbClr val="003399"/>
              </a:solidFill>
              <a:latin typeface="Calibri" panose="020F0502020204030204" pitchFamily="34" charset="0"/>
              <a:ea typeface="Verdana" panose="020B0604030504040204" pitchFamily="34" charset="0"/>
              <a:cs typeface="Calibri" panose="020F0502020204030204" pitchFamily="34" charset="0"/>
            </a:endParaRPr>
          </a:p>
        </p:txBody>
      </p:sp>
      <p:sp>
        <p:nvSpPr>
          <p:cNvPr id="2" name="1 Rectángulo"/>
          <p:cNvSpPr/>
          <p:nvPr/>
        </p:nvSpPr>
        <p:spPr>
          <a:xfrm>
            <a:off x="755576" y="3573016"/>
            <a:ext cx="7632848" cy="307777"/>
          </a:xfrm>
          <a:prstGeom prst="rect">
            <a:avLst/>
          </a:prstGeom>
        </p:spPr>
        <p:txBody>
          <a:bodyPr wrap="square">
            <a:spAutoFit/>
          </a:bodyPr>
          <a:lstStyle/>
          <a:p>
            <a:r>
              <a:rPr lang="es-ES" altLang="es-PE" sz="1400" dirty="0">
                <a:solidFill>
                  <a:schemeClr val="accent1">
                    <a:lumMod val="50000"/>
                  </a:schemeClr>
                </a:solidFill>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3630245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176338" y="2276872"/>
            <a:ext cx="6799262" cy="2304256"/>
          </a:xfrm>
        </p:spPr>
        <p:txBody>
          <a:bodyPr/>
          <a:lstStyle/>
          <a:p>
            <a:pPr marL="0" indent="0" algn="ctr">
              <a:buNone/>
            </a:pPr>
            <a:r>
              <a:rPr lang="es-MX" sz="11500" dirty="0">
                <a:solidFill>
                  <a:srgbClr val="00B0F0"/>
                </a:solidFill>
                <a:latin typeface="Algerian" panose="04020705040A02060702" pitchFamily="82" charset="0"/>
              </a:rPr>
              <a:t>GRACIAS</a:t>
            </a:r>
            <a:endParaRPr lang="en-US" sz="11500" dirty="0">
              <a:solidFill>
                <a:srgbClr val="00B0F0"/>
              </a:solidFill>
              <a:latin typeface="Algerian" panose="04020705040A02060702" pitchFamily="82" charset="0"/>
            </a:endParaRPr>
          </a:p>
        </p:txBody>
      </p:sp>
      <p:sp>
        <p:nvSpPr>
          <p:cNvPr id="4" name="Marcador de número de diapositiva 3"/>
          <p:cNvSpPr>
            <a:spLocks noGrp="1"/>
          </p:cNvSpPr>
          <p:nvPr>
            <p:ph type="sldNum" sz="quarter" idx="12"/>
          </p:nvPr>
        </p:nvSpPr>
        <p:spPr/>
        <p:txBody>
          <a:bodyPr/>
          <a:lstStyle/>
          <a:p>
            <a:pPr>
              <a:defRPr/>
            </a:pPr>
            <a:fld id="{6F147F49-CBF8-40C2-89C8-F1EC049B0424}" type="slidenum">
              <a:rPr lang="es-ES" smtClean="0"/>
              <a:pPr>
                <a:defRPr/>
              </a:pPr>
              <a:t>16</a:t>
            </a:fld>
            <a:endParaRPr lang="es-ES"/>
          </a:p>
        </p:txBody>
      </p:sp>
    </p:spTree>
    <p:extLst>
      <p:ext uri="{BB962C8B-B14F-4D97-AF65-F5344CB8AC3E}">
        <p14:creationId xmlns:p14="http://schemas.microsoft.com/office/powerpoint/2010/main" val="380047012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ánico">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6354</TotalTime>
  <Words>686</Words>
  <Application>Microsoft Office PowerPoint</Application>
  <PresentationFormat>Presentación en pantalla (4:3)</PresentationFormat>
  <Paragraphs>68</Paragraphs>
  <Slides>16</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16</vt:i4>
      </vt:variant>
    </vt:vector>
  </HeadingPairs>
  <TitlesOfParts>
    <vt:vector size="25" baseType="lpstr">
      <vt:lpstr>Algerian</vt:lpstr>
      <vt:lpstr>Arial</vt:lpstr>
      <vt:lpstr>Arial</vt:lpstr>
      <vt:lpstr>Calibri</vt:lpstr>
      <vt:lpstr>Century Gothic</vt:lpstr>
      <vt:lpstr>Garamond</vt:lpstr>
      <vt:lpstr>Times New Roman</vt:lpstr>
      <vt:lpstr>Verdana</vt:lpstr>
      <vt:lpstr>Orgánico</vt:lpstr>
      <vt:lpstr>ESTADISTICA  </vt:lpstr>
      <vt:lpstr>Variable Estadística</vt:lpstr>
      <vt:lpstr>Presentación de PowerPoint</vt:lpstr>
      <vt:lpstr>Variable Cualitativa</vt:lpstr>
      <vt:lpstr>Presentación de PowerPoint</vt:lpstr>
      <vt:lpstr>Variable Cuantitativa</vt:lpstr>
      <vt:lpstr>Presentación de PowerPoint</vt:lpstr>
      <vt:lpstr>Presentación de PowerPoint</vt:lpstr>
      <vt:lpstr>ESCALAS DE MEDICION</vt:lpstr>
      <vt:lpstr>Presentación de PowerPoint</vt:lpstr>
      <vt:lpstr>Presentación de PowerPoint</vt:lpstr>
      <vt:lpstr>Presentación de PowerPoint</vt:lpstr>
      <vt:lpstr>Definición</vt:lpstr>
      <vt:lpstr>Fuente primaria</vt:lpstr>
      <vt:lpstr>Fuente secundaria</vt:lpstr>
      <vt:lpstr>Presentación de PowerPoint</vt:lpstr>
    </vt:vector>
  </TitlesOfParts>
  <Company>Pc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Pc</dc:creator>
  <cp:lastModifiedBy>aulas x</cp:lastModifiedBy>
  <cp:revision>222</cp:revision>
  <dcterms:created xsi:type="dcterms:W3CDTF">2004-08-12T19:34:10Z</dcterms:created>
  <dcterms:modified xsi:type="dcterms:W3CDTF">2025-04-09T15:25:29Z</dcterms:modified>
</cp:coreProperties>
</file>